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9" r:id="rId4"/>
    <p:sldId id="258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4" r:id="rId13"/>
    <p:sldId id="272" r:id="rId14"/>
    <p:sldId id="273" r:id="rId15"/>
    <p:sldId id="260" r:id="rId16"/>
    <p:sldId id="275" r:id="rId17"/>
    <p:sldId id="276" r:id="rId18"/>
    <p:sldId id="277" r:id="rId19"/>
    <p:sldId id="281" r:id="rId20"/>
    <p:sldId id="282" r:id="rId21"/>
    <p:sldId id="262" r:id="rId22"/>
    <p:sldId id="284" r:id="rId23"/>
    <p:sldId id="283" r:id="rId24"/>
    <p:sldId id="285" r:id="rId25"/>
    <p:sldId id="286" r:id="rId26"/>
    <p:sldId id="279" r:id="rId27"/>
    <p:sldId id="287" r:id="rId28"/>
    <p:sldId id="288" r:id="rId29"/>
    <p:sldId id="290" r:id="rId30"/>
    <p:sldId id="289" r:id="rId31"/>
    <p:sldId id="263" r:id="rId32"/>
    <p:sldId id="291" r:id="rId33"/>
    <p:sldId id="292" r:id="rId34"/>
    <p:sldId id="264" r:id="rId35"/>
  </p:sldIdLst>
  <p:sldSz cx="9144000" cy="6858000" type="screen4x3"/>
  <p:notesSz cx="6858000" cy="9144000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4D76976D-EDA7-458A-888B-A26A5F68FD9A}">
          <p14:sldIdLst>
            <p14:sldId id="256"/>
            <p14:sldId id="257"/>
            <p14:sldId id="259"/>
            <p14:sldId id="258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Untitled Section" id="{A24B360E-DDC7-4DCB-86B1-6089D6D9A25D}">
          <p14:sldIdLst>
            <p14:sldId id="271"/>
            <p14:sldId id="274"/>
            <p14:sldId id="272"/>
            <p14:sldId id="273"/>
            <p14:sldId id="260"/>
            <p14:sldId id="275"/>
            <p14:sldId id="276"/>
            <p14:sldId id="277"/>
            <p14:sldId id="281"/>
            <p14:sldId id="282"/>
            <p14:sldId id="262"/>
            <p14:sldId id="284"/>
            <p14:sldId id="283"/>
            <p14:sldId id="285"/>
            <p14:sldId id="286"/>
            <p14:sldId id="279"/>
            <p14:sldId id="287"/>
            <p14:sldId id="288"/>
            <p14:sldId id="290"/>
            <p14:sldId id="289"/>
            <p14:sldId id="263"/>
            <p14:sldId id="291"/>
            <p14:sldId id="292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70B055-FA1F-4A2A-A17A-1865A04FDD13}" v="162" dt="2026-02-04T19:32:34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418"/>
    <p:restoredTop sz="94582"/>
  </p:normalViewPr>
  <p:slideViewPr>
    <p:cSldViewPr showGuides="1">
      <p:cViewPr varScale="1">
        <p:scale>
          <a:sx n="120" d="100"/>
          <a:sy n="120" d="100"/>
        </p:scale>
        <p:origin x="94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weł Baczkowski" userId="5aca27f828537d4b" providerId="LiveId" clId="{47569D96-FADA-46A7-8B8F-AAA2DC44A896}"/>
    <pc:docChg chg="undo custSel addSld delSld modSld sldOrd addSection delSection modSection">
      <pc:chgData name="Paweł Baczkowski" userId="5aca27f828537d4b" providerId="LiveId" clId="{47569D96-FADA-46A7-8B8F-AAA2DC44A896}" dt="2026-02-04T19:43:06.476" v="5776" actId="123"/>
      <pc:docMkLst>
        <pc:docMk/>
      </pc:docMkLst>
      <pc:sldChg chg="modSp mod">
        <pc:chgData name="Paweł Baczkowski" userId="5aca27f828537d4b" providerId="LiveId" clId="{47569D96-FADA-46A7-8B8F-AAA2DC44A896}" dt="2026-02-03T22:43:06.406" v="4018" actId="2711"/>
        <pc:sldMkLst>
          <pc:docMk/>
          <pc:sldMk cId="2888938285" sldId="257"/>
        </pc:sldMkLst>
        <pc:spChg chg="mod">
          <ac:chgData name="Paweł Baczkowski" userId="5aca27f828537d4b" providerId="LiveId" clId="{47569D96-FADA-46A7-8B8F-AAA2DC44A896}" dt="2026-02-03T22:43:06.406" v="4018" actId="2711"/>
          <ac:spMkLst>
            <pc:docMk/>
            <pc:sldMk cId="2888938285" sldId="257"/>
            <ac:spMk id="3" creationId="{AAA0D048-EDE7-0C20-116F-4A813DB7BEC1}"/>
          </ac:spMkLst>
        </pc:spChg>
      </pc:sldChg>
      <pc:sldChg chg="modSp mod">
        <pc:chgData name="Paweł Baczkowski" userId="5aca27f828537d4b" providerId="LiveId" clId="{47569D96-FADA-46A7-8B8F-AAA2DC44A896}" dt="2026-02-04T19:02:21.041" v="4450" actId="123"/>
        <pc:sldMkLst>
          <pc:docMk/>
          <pc:sldMk cId="3489502181" sldId="258"/>
        </pc:sldMkLst>
        <pc:spChg chg="mod">
          <ac:chgData name="Paweł Baczkowski" userId="5aca27f828537d4b" providerId="LiveId" clId="{47569D96-FADA-46A7-8B8F-AAA2DC44A896}" dt="2026-02-04T19:02:21.041" v="4450" actId="123"/>
          <ac:spMkLst>
            <pc:docMk/>
            <pc:sldMk cId="3489502181" sldId="258"/>
            <ac:spMk id="10" creationId="{DBEBBEE9-C048-86F3-7FC7-E4F79141A294}"/>
          </ac:spMkLst>
        </pc:spChg>
      </pc:sldChg>
      <pc:sldChg chg="modSp mod">
        <pc:chgData name="Paweł Baczkowski" userId="5aca27f828537d4b" providerId="LiveId" clId="{47569D96-FADA-46A7-8B8F-AAA2DC44A896}" dt="2026-02-03T22:43:12.452" v="4019" actId="2711"/>
        <pc:sldMkLst>
          <pc:docMk/>
          <pc:sldMk cId="1352682950" sldId="259"/>
        </pc:sldMkLst>
        <pc:spChg chg="mod">
          <ac:chgData name="Paweł Baczkowski" userId="5aca27f828537d4b" providerId="LiveId" clId="{47569D96-FADA-46A7-8B8F-AAA2DC44A896}" dt="2026-02-03T22:43:12.452" v="4019" actId="2711"/>
          <ac:spMkLst>
            <pc:docMk/>
            <pc:sldMk cId="1352682950" sldId="259"/>
            <ac:spMk id="3" creationId="{C0BA33DC-65FF-C0F0-F984-4409DAF1F10B}"/>
          </ac:spMkLst>
        </pc:spChg>
      </pc:sldChg>
      <pc:sldChg chg="addSp modSp mod">
        <pc:chgData name="Paweł Baczkowski" userId="5aca27f828537d4b" providerId="LiveId" clId="{47569D96-FADA-46A7-8B8F-AAA2DC44A896}" dt="2026-02-03T12:59:27.163" v="1395" actId="123"/>
        <pc:sldMkLst>
          <pc:docMk/>
          <pc:sldMk cId="2455512157" sldId="260"/>
        </pc:sldMkLst>
        <pc:spChg chg="mod">
          <ac:chgData name="Paweł Baczkowski" userId="5aca27f828537d4b" providerId="LiveId" clId="{47569D96-FADA-46A7-8B8F-AAA2DC44A896}" dt="2026-02-03T12:59:24.435" v="1394" actId="2711"/>
          <ac:spMkLst>
            <pc:docMk/>
            <pc:sldMk cId="2455512157" sldId="260"/>
            <ac:spMk id="2" creationId="{7242A843-97E5-0ED3-02E7-D0535B6E600D}"/>
          </ac:spMkLst>
        </pc:spChg>
        <pc:spChg chg="mod">
          <ac:chgData name="Paweł Baczkowski" userId="5aca27f828537d4b" providerId="LiveId" clId="{47569D96-FADA-46A7-8B8F-AAA2DC44A896}" dt="2026-02-03T12:59:27.163" v="1395" actId="123"/>
          <ac:spMkLst>
            <pc:docMk/>
            <pc:sldMk cId="2455512157" sldId="260"/>
            <ac:spMk id="3" creationId="{C4FA1E04-69A6-2C6B-4DC0-178979D8401A}"/>
          </ac:spMkLst>
        </pc:spChg>
        <pc:picChg chg="add mod">
          <ac:chgData name="Paweł Baczkowski" userId="5aca27f828537d4b" providerId="LiveId" clId="{47569D96-FADA-46A7-8B8F-AAA2DC44A896}" dt="2026-02-03T12:59:24.435" v="1394" actId="2711"/>
          <ac:picMkLst>
            <pc:docMk/>
            <pc:sldMk cId="2455512157" sldId="260"/>
            <ac:picMk id="5" creationId="{BD94C22D-49DD-0442-3960-F7E48D181BE8}"/>
          </ac:picMkLst>
        </pc:picChg>
      </pc:sldChg>
      <pc:sldChg chg="del">
        <pc:chgData name="Paweł Baczkowski" userId="5aca27f828537d4b" providerId="LiveId" clId="{47569D96-FADA-46A7-8B8F-AAA2DC44A896}" dt="2026-02-03T13:11:41.883" v="1825" actId="47"/>
        <pc:sldMkLst>
          <pc:docMk/>
          <pc:sldMk cId="3957379129" sldId="261"/>
        </pc:sldMkLst>
      </pc:sldChg>
      <pc:sldChg chg="modSp mod">
        <pc:chgData name="Paweł Baczkowski" userId="5aca27f828537d4b" providerId="LiveId" clId="{47569D96-FADA-46A7-8B8F-AAA2DC44A896}" dt="2026-02-04T19:02:49.816" v="4454" actId="123"/>
        <pc:sldMkLst>
          <pc:docMk/>
          <pc:sldMk cId="4270523767" sldId="262"/>
        </pc:sldMkLst>
        <pc:spChg chg="mod">
          <ac:chgData name="Paweł Baczkowski" userId="5aca27f828537d4b" providerId="LiveId" clId="{47569D96-FADA-46A7-8B8F-AAA2DC44A896}" dt="2026-02-03T20:16:23.260" v="2356" actId="113"/>
          <ac:spMkLst>
            <pc:docMk/>
            <pc:sldMk cId="4270523767" sldId="262"/>
            <ac:spMk id="2" creationId="{A63AD57A-BAFE-C495-34D6-2115B607EFB0}"/>
          </ac:spMkLst>
        </pc:spChg>
        <pc:spChg chg="mod">
          <ac:chgData name="Paweł Baczkowski" userId="5aca27f828537d4b" providerId="LiveId" clId="{47569D96-FADA-46A7-8B8F-AAA2DC44A896}" dt="2026-02-04T19:02:49.816" v="4454" actId="123"/>
          <ac:spMkLst>
            <pc:docMk/>
            <pc:sldMk cId="4270523767" sldId="262"/>
            <ac:spMk id="3" creationId="{627FA6E5-B1A1-017F-0DBF-CE32308C8FEF}"/>
          </ac:spMkLst>
        </pc:spChg>
      </pc:sldChg>
      <pc:sldChg chg="addSp delSp modSp mod modClrScheme chgLayout">
        <pc:chgData name="Paweł Baczkowski" userId="5aca27f828537d4b" providerId="LiveId" clId="{47569D96-FADA-46A7-8B8F-AAA2DC44A896}" dt="2026-02-04T19:19:17.621" v="5213" actId="1076"/>
        <pc:sldMkLst>
          <pc:docMk/>
          <pc:sldMk cId="1422159937" sldId="263"/>
        </pc:sldMkLst>
        <pc:spChg chg="mod">
          <ac:chgData name="Paweł Baczkowski" userId="5aca27f828537d4b" providerId="LiveId" clId="{47569D96-FADA-46A7-8B8F-AAA2DC44A896}" dt="2026-02-03T20:37:29.481" v="2838" actId="26606"/>
          <ac:spMkLst>
            <pc:docMk/>
            <pc:sldMk cId="1422159937" sldId="263"/>
            <ac:spMk id="2" creationId="{B41A1C71-A3BD-2A7E-9F96-EB1FB932E20F}"/>
          </ac:spMkLst>
        </pc:spChg>
        <pc:spChg chg="add del mod">
          <ac:chgData name="Paweł Baczkowski" userId="5aca27f828537d4b" providerId="LiveId" clId="{47569D96-FADA-46A7-8B8F-AAA2DC44A896}" dt="2026-02-04T19:19:13.889" v="5212" actId="123"/>
          <ac:spMkLst>
            <pc:docMk/>
            <pc:sldMk cId="1422159937" sldId="263"/>
            <ac:spMk id="3" creationId="{9645E087-A30C-7DE9-DE6A-11BDB60771E9}"/>
          </ac:spMkLst>
        </pc:spChg>
        <pc:spChg chg="add del mod">
          <ac:chgData name="Paweł Baczkowski" userId="5aca27f828537d4b" providerId="LiveId" clId="{47569D96-FADA-46A7-8B8F-AAA2DC44A896}" dt="2026-02-03T20:37:29.481" v="2838" actId="26606"/>
          <ac:spMkLst>
            <pc:docMk/>
            <pc:sldMk cId="1422159937" sldId="263"/>
            <ac:spMk id="10" creationId="{C9B595DC-5320-C92E-F970-3CB5328F23B0}"/>
          </ac:spMkLst>
        </pc:spChg>
        <pc:picChg chg="add mod">
          <ac:chgData name="Paweł Baczkowski" userId="5aca27f828537d4b" providerId="LiveId" clId="{47569D96-FADA-46A7-8B8F-AAA2DC44A896}" dt="2026-02-04T19:19:17.621" v="5213" actId="1076"/>
          <ac:picMkLst>
            <pc:docMk/>
            <pc:sldMk cId="1422159937" sldId="263"/>
            <ac:picMk id="5" creationId="{45931E9A-A535-BF21-D96A-4C65F1589FC2}"/>
          </ac:picMkLst>
        </pc:picChg>
      </pc:sldChg>
      <pc:sldChg chg="addSp modSp mod">
        <pc:chgData name="Paweł Baczkowski" userId="5aca27f828537d4b" providerId="LiveId" clId="{47569D96-FADA-46A7-8B8F-AAA2DC44A896}" dt="2026-02-04T19:43:06.476" v="5776" actId="123"/>
        <pc:sldMkLst>
          <pc:docMk/>
          <pc:sldMk cId="3349030499" sldId="264"/>
        </pc:sldMkLst>
        <pc:spChg chg="mod">
          <ac:chgData name="Paweł Baczkowski" userId="5aca27f828537d4b" providerId="LiveId" clId="{47569D96-FADA-46A7-8B8F-AAA2DC44A896}" dt="2026-02-04T19:43:06.476" v="5776" actId="123"/>
          <ac:spMkLst>
            <pc:docMk/>
            <pc:sldMk cId="3349030499" sldId="264"/>
            <ac:spMk id="3" creationId="{3D9E0467-C329-7B2B-3B58-6ADE3666B3FB}"/>
          </ac:spMkLst>
        </pc:spChg>
        <pc:spChg chg="add mod">
          <ac:chgData name="Paweł Baczkowski" userId="5aca27f828537d4b" providerId="LiveId" clId="{47569D96-FADA-46A7-8B8F-AAA2DC44A896}" dt="2026-02-03T20:42:27.996" v="3161" actId="14100"/>
          <ac:spMkLst>
            <pc:docMk/>
            <pc:sldMk cId="3349030499" sldId="264"/>
            <ac:spMk id="4" creationId="{6EB806A2-53E5-093B-3984-E7A4556D8D04}"/>
          </ac:spMkLst>
        </pc:spChg>
        <pc:spChg chg="add">
          <ac:chgData name="Paweł Baczkowski" userId="5aca27f828537d4b" providerId="LiveId" clId="{47569D96-FADA-46A7-8B8F-AAA2DC44A896}" dt="2026-02-03T20:42:32.583" v="3164"/>
          <ac:spMkLst>
            <pc:docMk/>
            <pc:sldMk cId="3349030499" sldId="264"/>
            <ac:spMk id="5" creationId="{53206DA3-2D11-0357-653A-FA9A583E35DB}"/>
          </ac:spMkLst>
        </pc:spChg>
      </pc:sldChg>
      <pc:sldChg chg="modSp mod">
        <pc:chgData name="Paweł Baczkowski" userId="5aca27f828537d4b" providerId="LiveId" clId="{47569D96-FADA-46A7-8B8F-AAA2DC44A896}" dt="2026-02-04T19:02:23.078" v="4451" actId="123"/>
        <pc:sldMkLst>
          <pc:docMk/>
          <pc:sldMk cId="219252731" sldId="265"/>
        </pc:sldMkLst>
        <pc:spChg chg="mod">
          <ac:chgData name="Paweł Baczkowski" userId="5aca27f828537d4b" providerId="LiveId" clId="{47569D96-FADA-46A7-8B8F-AAA2DC44A896}" dt="2026-02-04T19:02:23.078" v="4451" actId="123"/>
          <ac:spMkLst>
            <pc:docMk/>
            <pc:sldMk cId="219252731" sldId="265"/>
            <ac:spMk id="10" creationId="{249C1C28-8D62-F0C3-9B33-35D673F04CAE}"/>
          </ac:spMkLst>
        </pc:spChg>
      </pc:sldChg>
      <pc:sldChg chg="modSp mod">
        <pc:chgData name="Paweł Baczkowski" userId="5aca27f828537d4b" providerId="LiveId" clId="{47569D96-FADA-46A7-8B8F-AAA2DC44A896}" dt="2026-02-03T22:43:48.500" v="4023" actId="2711"/>
        <pc:sldMkLst>
          <pc:docMk/>
          <pc:sldMk cId="2299577264" sldId="266"/>
        </pc:sldMkLst>
        <pc:spChg chg="mod">
          <ac:chgData name="Paweł Baczkowski" userId="5aca27f828537d4b" providerId="LiveId" clId="{47569D96-FADA-46A7-8B8F-AAA2DC44A896}" dt="2026-02-03T22:43:48.500" v="4023" actId="2711"/>
          <ac:spMkLst>
            <pc:docMk/>
            <pc:sldMk cId="2299577264" sldId="266"/>
            <ac:spMk id="9" creationId="{6BC5F91E-C24E-75DD-1E18-DD40A812DAA2}"/>
          </ac:spMkLst>
        </pc:spChg>
      </pc:sldChg>
      <pc:sldChg chg="modSp mod">
        <pc:chgData name="Paweł Baczkowski" userId="5aca27f828537d4b" providerId="LiveId" clId="{47569D96-FADA-46A7-8B8F-AAA2DC44A896}" dt="2026-02-04T19:02:27.234" v="4452" actId="123"/>
        <pc:sldMkLst>
          <pc:docMk/>
          <pc:sldMk cId="3723142165" sldId="267"/>
        </pc:sldMkLst>
        <pc:spChg chg="mod">
          <ac:chgData name="Paweł Baczkowski" userId="5aca27f828537d4b" providerId="LiveId" clId="{47569D96-FADA-46A7-8B8F-AAA2DC44A896}" dt="2026-02-04T19:02:27.234" v="4452" actId="123"/>
          <ac:spMkLst>
            <pc:docMk/>
            <pc:sldMk cId="3723142165" sldId="267"/>
            <ac:spMk id="9" creationId="{60542B98-2875-EE91-FB3B-5A871A8D1BDA}"/>
          </ac:spMkLst>
        </pc:spChg>
      </pc:sldChg>
      <pc:sldChg chg="modSp mod">
        <pc:chgData name="Paweł Baczkowski" userId="5aca27f828537d4b" providerId="LiveId" clId="{47569D96-FADA-46A7-8B8F-AAA2DC44A896}" dt="2026-02-04T19:02:30.315" v="4453" actId="123"/>
        <pc:sldMkLst>
          <pc:docMk/>
          <pc:sldMk cId="4041043752" sldId="270"/>
        </pc:sldMkLst>
        <pc:spChg chg="mod">
          <ac:chgData name="Paweł Baczkowski" userId="5aca27f828537d4b" providerId="LiveId" clId="{47569D96-FADA-46A7-8B8F-AAA2DC44A896}" dt="2026-02-04T19:02:30.315" v="4453" actId="123"/>
          <ac:spMkLst>
            <pc:docMk/>
            <pc:sldMk cId="4041043752" sldId="270"/>
            <ac:spMk id="3" creationId="{5D3F8C34-A808-D9C2-7524-657FC619C7F7}"/>
          </ac:spMkLst>
        </pc:spChg>
      </pc:sldChg>
      <pc:sldChg chg="modSp mod">
        <pc:chgData name="Paweł Baczkowski" userId="5aca27f828537d4b" providerId="LiveId" clId="{47569D96-FADA-46A7-8B8F-AAA2DC44A896}" dt="2026-02-03T22:44:04.752" v="4026" actId="2711"/>
        <pc:sldMkLst>
          <pc:docMk/>
          <pc:sldMk cId="843854678" sldId="271"/>
        </pc:sldMkLst>
        <pc:spChg chg="mod">
          <ac:chgData name="Paweł Baczkowski" userId="5aca27f828537d4b" providerId="LiveId" clId="{47569D96-FADA-46A7-8B8F-AAA2DC44A896}" dt="2026-02-03T22:44:04.752" v="4026" actId="2711"/>
          <ac:spMkLst>
            <pc:docMk/>
            <pc:sldMk cId="843854678" sldId="271"/>
            <ac:spMk id="12" creationId="{16927F88-632C-9858-32D0-8F696D4593D6}"/>
          </ac:spMkLst>
        </pc:spChg>
      </pc:sldChg>
      <pc:sldChg chg="modSp mod">
        <pc:chgData name="Paweł Baczkowski" userId="5aca27f828537d4b" providerId="LiveId" clId="{47569D96-FADA-46A7-8B8F-AAA2DC44A896}" dt="2026-02-03T22:44:24.805" v="4032" actId="255"/>
        <pc:sldMkLst>
          <pc:docMk/>
          <pc:sldMk cId="300294387" sldId="272"/>
        </pc:sldMkLst>
        <pc:spChg chg="mod">
          <ac:chgData name="Paweł Baczkowski" userId="5aca27f828537d4b" providerId="LiveId" clId="{47569D96-FADA-46A7-8B8F-AAA2DC44A896}" dt="2026-02-03T22:44:24.805" v="4032" actId="255"/>
          <ac:spMkLst>
            <pc:docMk/>
            <pc:sldMk cId="300294387" sldId="272"/>
            <ac:spMk id="12" creationId="{F0C5AEC2-BC46-4010-3D84-8CDB0152AA4D}"/>
          </ac:spMkLst>
        </pc:spChg>
      </pc:sldChg>
      <pc:sldChg chg="modSp mod">
        <pc:chgData name="Paweł Baczkowski" userId="5aca27f828537d4b" providerId="LiveId" clId="{47569D96-FADA-46A7-8B8F-AAA2DC44A896}" dt="2026-02-03T22:44:20.418" v="4031" actId="14100"/>
        <pc:sldMkLst>
          <pc:docMk/>
          <pc:sldMk cId="2418306669" sldId="274"/>
        </pc:sldMkLst>
        <pc:spChg chg="mod">
          <ac:chgData name="Paweł Baczkowski" userId="5aca27f828537d4b" providerId="LiveId" clId="{47569D96-FADA-46A7-8B8F-AAA2DC44A896}" dt="2026-02-03T22:44:20.418" v="4031" actId="14100"/>
          <ac:spMkLst>
            <pc:docMk/>
            <pc:sldMk cId="2418306669" sldId="274"/>
            <ac:spMk id="12" creationId="{FBC186F7-4612-FFC3-7B78-A11A2D9DBA2C}"/>
          </ac:spMkLst>
        </pc:spChg>
      </pc:sldChg>
      <pc:sldChg chg="addSp delSp modSp add mod">
        <pc:chgData name="Paweł Baczkowski" userId="5aca27f828537d4b" providerId="LiveId" clId="{47569D96-FADA-46A7-8B8F-AAA2DC44A896}" dt="2026-02-04T19:25:38.796" v="5290" actId="20577"/>
        <pc:sldMkLst>
          <pc:docMk/>
          <pc:sldMk cId="4192562432" sldId="275"/>
        </pc:sldMkLst>
        <pc:spChg chg="mod">
          <ac:chgData name="Paweł Baczkowski" userId="5aca27f828537d4b" providerId="LiveId" clId="{47569D96-FADA-46A7-8B8F-AAA2DC44A896}" dt="2026-02-04T19:25:38.796" v="5290" actId="20577"/>
          <ac:spMkLst>
            <pc:docMk/>
            <pc:sldMk cId="4192562432" sldId="275"/>
            <ac:spMk id="3" creationId="{19FFCBEF-2C9E-CE24-8F29-2EE0B43A015B}"/>
          </ac:spMkLst>
        </pc:spChg>
        <pc:picChg chg="del mod">
          <ac:chgData name="Paweł Baczkowski" userId="5aca27f828537d4b" providerId="LiveId" clId="{47569D96-FADA-46A7-8B8F-AAA2DC44A896}" dt="2026-02-03T12:28:19.935" v="147" actId="478"/>
          <ac:picMkLst>
            <pc:docMk/>
            <pc:sldMk cId="4192562432" sldId="275"/>
            <ac:picMk id="5" creationId="{1F85FB6D-084D-8574-8B5B-968E5578BF4A}"/>
          </ac:picMkLst>
        </pc:picChg>
        <pc:picChg chg="add mod">
          <ac:chgData name="Paweł Baczkowski" userId="5aca27f828537d4b" providerId="LiveId" clId="{47569D96-FADA-46A7-8B8F-AAA2DC44A896}" dt="2026-02-03T12:33:43.055" v="258" actId="1076"/>
          <ac:picMkLst>
            <pc:docMk/>
            <pc:sldMk cId="4192562432" sldId="275"/>
            <ac:picMk id="6" creationId="{35614C21-CB00-D922-6001-2F2DCA65CDE7}"/>
          </ac:picMkLst>
        </pc:picChg>
      </pc:sldChg>
      <pc:sldChg chg="addSp delSp modSp add mod">
        <pc:chgData name="Paweł Baczkowski" userId="5aca27f828537d4b" providerId="LiveId" clId="{47569D96-FADA-46A7-8B8F-AAA2DC44A896}" dt="2026-02-04T19:26:21.490" v="5398" actId="20577"/>
        <pc:sldMkLst>
          <pc:docMk/>
          <pc:sldMk cId="3673596899" sldId="276"/>
        </pc:sldMkLst>
        <pc:spChg chg="mod">
          <ac:chgData name="Paweł Baczkowski" userId="5aca27f828537d4b" providerId="LiveId" clId="{47569D96-FADA-46A7-8B8F-AAA2DC44A896}" dt="2026-02-04T19:26:21.490" v="5398" actId="20577"/>
          <ac:spMkLst>
            <pc:docMk/>
            <pc:sldMk cId="3673596899" sldId="276"/>
            <ac:spMk id="3" creationId="{0F4F0909-B9EC-E518-B319-FB9A7DC719CB}"/>
          </ac:spMkLst>
        </pc:spChg>
        <pc:picChg chg="add mod">
          <ac:chgData name="Paweł Baczkowski" userId="5aca27f828537d4b" providerId="LiveId" clId="{47569D96-FADA-46A7-8B8F-AAA2DC44A896}" dt="2026-02-03T12:33:32.162" v="252" actId="14100"/>
          <ac:picMkLst>
            <pc:docMk/>
            <pc:sldMk cId="3673596899" sldId="276"/>
            <ac:picMk id="5" creationId="{7D8E7E81-A964-5D49-2EAE-CD7FA08E67D5}"/>
          </ac:picMkLst>
        </pc:picChg>
        <pc:picChg chg="del mod">
          <ac:chgData name="Paweł Baczkowski" userId="5aca27f828537d4b" providerId="LiveId" clId="{47569D96-FADA-46A7-8B8F-AAA2DC44A896}" dt="2026-02-03T12:29:01.895" v="180" actId="478"/>
          <ac:picMkLst>
            <pc:docMk/>
            <pc:sldMk cId="3673596899" sldId="276"/>
            <ac:picMk id="6" creationId="{7C5567E1-91D7-1A35-6C61-CE06D26BD52B}"/>
          </ac:picMkLst>
        </pc:picChg>
      </pc:sldChg>
      <pc:sldChg chg="addSp delSp modSp add mod">
        <pc:chgData name="Paweł Baczkowski" userId="5aca27f828537d4b" providerId="LiveId" clId="{47569D96-FADA-46A7-8B8F-AAA2DC44A896}" dt="2026-02-03T12:59:09.533" v="1389" actId="2711"/>
        <pc:sldMkLst>
          <pc:docMk/>
          <pc:sldMk cId="3687871407" sldId="277"/>
        </pc:sldMkLst>
        <pc:spChg chg="mod">
          <ac:chgData name="Paweł Baczkowski" userId="5aca27f828537d4b" providerId="LiveId" clId="{47569D96-FADA-46A7-8B8F-AAA2DC44A896}" dt="2026-02-03T12:59:09.533" v="1389" actId="2711"/>
          <ac:spMkLst>
            <pc:docMk/>
            <pc:sldMk cId="3687871407" sldId="277"/>
            <ac:spMk id="3" creationId="{BD184EE3-E7F1-8FA5-D884-98C2398BE7F7}"/>
          </ac:spMkLst>
        </pc:spChg>
        <pc:picChg chg="del">
          <ac:chgData name="Paweł Baczkowski" userId="5aca27f828537d4b" providerId="LiveId" clId="{47569D96-FADA-46A7-8B8F-AAA2DC44A896}" dt="2026-02-03T12:36:25.015" v="296" actId="478"/>
          <ac:picMkLst>
            <pc:docMk/>
            <pc:sldMk cId="3687871407" sldId="277"/>
            <ac:picMk id="5" creationId="{FEF808D5-C99B-6332-AA30-535FC209EFA8}"/>
          </ac:picMkLst>
        </pc:picChg>
        <pc:picChg chg="add del mod">
          <ac:chgData name="Paweł Baczkowski" userId="5aca27f828537d4b" providerId="LiveId" clId="{47569D96-FADA-46A7-8B8F-AAA2DC44A896}" dt="2026-02-03T12:36:37.931" v="303" actId="478"/>
          <ac:picMkLst>
            <pc:docMk/>
            <pc:sldMk cId="3687871407" sldId="277"/>
            <ac:picMk id="6" creationId="{0E553D81-06C1-4926-F35E-E8BD9F52B606}"/>
          </ac:picMkLst>
        </pc:picChg>
        <pc:picChg chg="add mod">
          <ac:chgData name="Paweł Baczkowski" userId="5aca27f828537d4b" providerId="LiveId" clId="{47569D96-FADA-46A7-8B8F-AAA2DC44A896}" dt="2026-02-03T12:36:46.555" v="308" actId="1076"/>
          <ac:picMkLst>
            <pc:docMk/>
            <pc:sldMk cId="3687871407" sldId="277"/>
            <ac:picMk id="8" creationId="{8FDBFAA9-F5B3-095D-8511-7D82D4AC4E4C}"/>
          </ac:picMkLst>
        </pc:picChg>
      </pc:sldChg>
      <pc:sldChg chg="addSp delSp modSp add del mod ord">
        <pc:chgData name="Paweł Baczkowski" userId="5aca27f828537d4b" providerId="LiveId" clId="{47569D96-FADA-46A7-8B8F-AAA2DC44A896}" dt="2026-02-04T19:24:54.713" v="5220" actId="47"/>
        <pc:sldMkLst>
          <pc:docMk/>
          <pc:sldMk cId="73797531" sldId="278"/>
        </pc:sldMkLst>
        <pc:spChg chg="mod">
          <ac:chgData name="Paweł Baczkowski" userId="5aca27f828537d4b" providerId="LiveId" clId="{47569D96-FADA-46A7-8B8F-AAA2DC44A896}" dt="2026-02-04T18:01:16.164" v="4205" actId="1076"/>
          <ac:spMkLst>
            <pc:docMk/>
            <pc:sldMk cId="73797531" sldId="278"/>
            <ac:spMk id="2" creationId="{1A4E5427-C7F0-C9AD-E31A-232D13D20B6F}"/>
          </ac:spMkLst>
        </pc:spChg>
        <pc:spChg chg="mod">
          <ac:chgData name="Paweł Baczkowski" userId="5aca27f828537d4b" providerId="LiveId" clId="{47569D96-FADA-46A7-8B8F-AAA2DC44A896}" dt="2026-02-03T13:11:21.889" v="1824" actId="20577"/>
          <ac:spMkLst>
            <pc:docMk/>
            <pc:sldMk cId="73797531" sldId="278"/>
            <ac:spMk id="3" creationId="{332CBF54-1FE9-6FBC-7952-0C4DE8C33B66}"/>
          </ac:spMkLst>
        </pc:spChg>
        <pc:picChg chg="del">
          <ac:chgData name="Paweł Baczkowski" userId="5aca27f828537d4b" providerId="LiveId" clId="{47569D96-FADA-46A7-8B8F-AAA2DC44A896}" dt="2026-02-03T12:40:45.194" v="581" actId="478"/>
          <ac:picMkLst>
            <pc:docMk/>
            <pc:sldMk cId="73797531" sldId="278"/>
            <ac:picMk id="5" creationId="{B448C418-06D1-FBBC-0533-FEA3834F5D7B}"/>
          </ac:picMkLst>
        </pc:picChg>
        <pc:picChg chg="add mod ord">
          <ac:chgData name="Paweł Baczkowski" userId="5aca27f828537d4b" providerId="LiveId" clId="{47569D96-FADA-46A7-8B8F-AAA2DC44A896}" dt="2026-02-03T13:03:14.251" v="1696" actId="1076"/>
          <ac:picMkLst>
            <pc:docMk/>
            <pc:sldMk cId="73797531" sldId="278"/>
            <ac:picMk id="6" creationId="{C06775E4-D6F1-DBB7-000F-EFADF5124E4B}"/>
          </ac:picMkLst>
        </pc:picChg>
        <pc:picChg chg="add del">
          <ac:chgData name="Paweł Baczkowski" userId="5aca27f828537d4b" providerId="LiveId" clId="{47569D96-FADA-46A7-8B8F-AAA2DC44A896}" dt="2026-02-03T13:02:32.354" v="1669" actId="22"/>
          <ac:picMkLst>
            <pc:docMk/>
            <pc:sldMk cId="73797531" sldId="278"/>
            <ac:picMk id="8" creationId="{6971ECB2-F500-396C-2175-2CA6D9A85173}"/>
          </ac:picMkLst>
        </pc:picChg>
      </pc:sldChg>
      <pc:sldChg chg="addSp delSp modSp add mod ord modClrScheme chgLayout">
        <pc:chgData name="Paweł Baczkowski" userId="5aca27f828537d4b" providerId="LiveId" clId="{47569D96-FADA-46A7-8B8F-AAA2DC44A896}" dt="2026-02-04T19:02:06.696" v="4446" actId="123"/>
        <pc:sldMkLst>
          <pc:docMk/>
          <pc:sldMk cId="3986019335" sldId="279"/>
        </pc:sldMkLst>
        <pc:spChg chg="mod">
          <ac:chgData name="Paweł Baczkowski" userId="5aca27f828537d4b" providerId="LiveId" clId="{47569D96-FADA-46A7-8B8F-AAA2DC44A896}" dt="2026-02-04T18:43:39.985" v="4260" actId="20577"/>
          <ac:spMkLst>
            <pc:docMk/>
            <pc:sldMk cId="3986019335" sldId="279"/>
            <ac:spMk id="2" creationId="{577C8451-6A3F-9980-CDF3-9C1F4BB6C9E9}"/>
          </ac:spMkLst>
        </pc:spChg>
        <pc:spChg chg="add del mod">
          <ac:chgData name="Paweł Baczkowski" userId="5aca27f828537d4b" providerId="LiveId" clId="{47569D96-FADA-46A7-8B8F-AAA2DC44A896}" dt="2026-02-03T12:55:05.583" v="1346" actId="478"/>
          <ac:spMkLst>
            <pc:docMk/>
            <pc:sldMk cId="3986019335" sldId="279"/>
            <ac:spMk id="3" creationId="{EA219836-80A9-4129-7A2E-0AA9B1D222B0}"/>
          </ac:spMkLst>
        </pc:spChg>
        <pc:spChg chg="add mod ord">
          <ac:chgData name="Paweł Baczkowski" userId="5aca27f828537d4b" providerId="LiveId" clId="{47569D96-FADA-46A7-8B8F-AAA2DC44A896}" dt="2026-02-04T19:02:06.696" v="4446" actId="123"/>
          <ac:spMkLst>
            <pc:docMk/>
            <pc:sldMk cId="3986019335" sldId="279"/>
            <ac:spMk id="13" creationId="{D9F97BD1-D28F-3B2C-64E4-A9808DA39517}"/>
          </ac:spMkLst>
        </pc:spChg>
        <pc:picChg chg="add mod">
          <ac:chgData name="Paweł Baczkowski" userId="5aca27f828537d4b" providerId="LiveId" clId="{47569D96-FADA-46A7-8B8F-AAA2DC44A896}" dt="2026-02-04T18:44:21.359" v="4275" actId="1076"/>
          <ac:picMkLst>
            <pc:docMk/>
            <pc:sldMk cId="3986019335" sldId="279"/>
            <ac:picMk id="4" creationId="{5324F3E5-88BA-87C9-7C2A-7E323575C1BD}"/>
          </ac:picMkLst>
        </pc:picChg>
        <pc:picChg chg="add del mod ord">
          <ac:chgData name="Paweł Baczkowski" userId="5aca27f828537d4b" providerId="LiveId" clId="{47569D96-FADA-46A7-8B8F-AAA2DC44A896}" dt="2026-02-03T12:55:04.465" v="1345" actId="22"/>
          <ac:picMkLst>
            <pc:docMk/>
            <pc:sldMk cId="3986019335" sldId="279"/>
            <ac:picMk id="5" creationId="{6621BC1F-CBF5-6499-AB69-1E6B12601ED9}"/>
          </ac:picMkLst>
        </pc:picChg>
        <pc:picChg chg="add del mod">
          <ac:chgData name="Paweł Baczkowski" userId="5aca27f828537d4b" providerId="LiveId" clId="{47569D96-FADA-46A7-8B8F-AAA2DC44A896}" dt="2026-02-03T12:55:05.999" v="1348" actId="478"/>
          <ac:picMkLst>
            <pc:docMk/>
            <pc:sldMk cId="3986019335" sldId="279"/>
            <ac:picMk id="6" creationId="{B24565EB-1E2A-B1BC-D48A-5C2DFBDBD8ED}"/>
          </ac:picMkLst>
        </pc:picChg>
        <pc:picChg chg="add del mod">
          <ac:chgData name="Paweł Baczkowski" userId="5aca27f828537d4b" providerId="LiveId" clId="{47569D96-FADA-46A7-8B8F-AAA2DC44A896}" dt="2026-02-03T12:56:49.761" v="1358" actId="478"/>
          <ac:picMkLst>
            <pc:docMk/>
            <pc:sldMk cId="3986019335" sldId="279"/>
            <ac:picMk id="8" creationId="{458A6CB6-6267-4ED7-C8C8-A9636E5E6895}"/>
          </ac:picMkLst>
        </pc:picChg>
        <pc:picChg chg="add del mod">
          <ac:chgData name="Paweł Baczkowski" userId="5aca27f828537d4b" providerId="LiveId" clId="{47569D96-FADA-46A7-8B8F-AAA2DC44A896}" dt="2026-02-04T18:44:16.548" v="4271" actId="478"/>
          <ac:picMkLst>
            <pc:docMk/>
            <pc:sldMk cId="3986019335" sldId="279"/>
            <ac:picMk id="10" creationId="{72086424-64C5-197F-7103-4DC9766A9821}"/>
          </ac:picMkLst>
        </pc:picChg>
      </pc:sldChg>
      <pc:sldChg chg="addSp delSp modSp add del mod ord">
        <pc:chgData name="Paweł Baczkowski" userId="5aca27f828537d4b" providerId="LiveId" clId="{47569D96-FADA-46A7-8B8F-AAA2DC44A896}" dt="2026-02-04T19:24:43.069" v="5219" actId="47"/>
        <pc:sldMkLst>
          <pc:docMk/>
          <pc:sldMk cId="2768086671" sldId="280"/>
        </pc:sldMkLst>
        <pc:spChg chg="mod">
          <ac:chgData name="Paweł Baczkowski" userId="5aca27f828537d4b" providerId="LiveId" clId="{47569D96-FADA-46A7-8B8F-AAA2DC44A896}" dt="2026-02-04T18:43:10.267" v="4232" actId="20577"/>
          <ac:spMkLst>
            <pc:docMk/>
            <pc:sldMk cId="2768086671" sldId="280"/>
            <ac:spMk id="2" creationId="{7DC0064C-6668-1862-83FE-BA6460E2D67A}"/>
          </ac:spMkLst>
        </pc:spChg>
        <pc:spChg chg="add del mod">
          <ac:chgData name="Paweł Baczkowski" userId="5aca27f828537d4b" providerId="LiveId" clId="{47569D96-FADA-46A7-8B8F-AAA2DC44A896}" dt="2026-02-03T12:59:58.058" v="1401" actId="478"/>
          <ac:spMkLst>
            <pc:docMk/>
            <pc:sldMk cId="2768086671" sldId="280"/>
            <ac:spMk id="3" creationId="{3C6315E4-1D03-5A43-9987-F098DE9BF2D3}"/>
          </ac:spMkLst>
        </pc:spChg>
        <pc:spChg chg="add mod">
          <ac:chgData name="Paweł Baczkowski" userId="5aca27f828537d4b" providerId="LiveId" clId="{47569D96-FADA-46A7-8B8F-AAA2DC44A896}" dt="2026-02-04T18:43:02.656" v="4231" actId="20577"/>
          <ac:spMkLst>
            <pc:docMk/>
            <pc:sldMk cId="2768086671" sldId="280"/>
            <ac:spMk id="6" creationId="{E9CC273B-63F9-186C-CB9C-8DB4BB503F74}"/>
          </ac:spMkLst>
        </pc:spChg>
        <pc:spChg chg="del mod">
          <ac:chgData name="Paweł Baczkowski" userId="5aca27f828537d4b" providerId="LiveId" clId="{47569D96-FADA-46A7-8B8F-AAA2DC44A896}" dt="2026-02-03T12:59:56.067" v="1400" actId="478"/>
          <ac:spMkLst>
            <pc:docMk/>
            <pc:sldMk cId="2768086671" sldId="280"/>
            <ac:spMk id="13" creationId="{815D06E3-577C-1511-1698-4520FFBAAC2A}"/>
          </ac:spMkLst>
        </pc:spChg>
        <pc:picChg chg="add mod">
          <ac:chgData name="Paweł Baczkowski" userId="5aca27f828537d4b" providerId="LiveId" clId="{47569D96-FADA-46A7-8B8F-AAA2DC44A896}" dt="2026-02-03T13:00:04.028" v="1404" actId="1076"/>
          <ac:picMkLst>
            <pc:docMk/>
            <pc:sldMk cId="2768086671" sldId="280"/>
            <ac:picMk id="5" creationId="{6852B30F-EBC3-EB45-BAE8-F01C8CCAE15A}"/>
          </ac:picMkLst>
        </pc:picChg>
        <pc:picChg chg="del">
          <ac:chgData name="Paweł Baczkowski" userId="5aca27f828537d4b" providerId="LiveId" clId="{47569D96-FADA-46A7-8B8F-AAA2DC44A896}" dt="2026-02-03T12:59:52.828" v="1397" actId="478"/>
          <ac:picMkLst>
            <pc:docMk/>
            <pc:sldMk cId="2768086671" sldId="280"/>
            <ac:picMk id="10" creationId="{4F1FE550-6884-7976-8EAD-80435B5D1572}"/>
          </ac:picMkLst>
        </pc:picChg>
      </pc:sldChg>
      <pc:sldChg chg="addSp modSp add mod ord">
        <pc:chgData name="Paweł Baczkowski" userId="5aca27f828537d4b" providerId="LiveId" clId="{47569D96-FADA-46A7-8B8F-AAA2DC44A896}" dt="2026-02-03T22:45:01.202" v="4036" actId="255"/>
        <pc:sldMkLst>
          <pc:docMk/>
          <pc:sldMk cId="1759465514" sldId="281"/>
        </pc:sldMkLst>
        <pc:spChg chg="mod">
          <ac:chgData name="Paweł Baczkowski" userId="5aca27f828537d4b" providerId="LiveId" clId="{47569D96-FADA-46A7-8B8F-AAA2DC44A896}" dt="2026-02-03T22:45:01.202" v="4036" actId="255"/>
          <ac:spMkLst>
            <pc:docMk/>
            <pc:sldMk cId="1759465514" sldId="281"/>
            <ac:spMk id="3" creationId="{E02C6D8B-929D-479B-8642-32E927926AA8}"/>
          </ac:spMkLst>
        </pc:spChg>
        <pc:spChg chg="add">
          <ac:chgData name="Paweł Baczkowski" userId="5aca27f828537d4b" providerId="LiveId" clId="{47569D96-FADA-46A7-8B8F-AAA2DC44A896}" dt="2026-02-03T13:05:50.583" v="1735"/>
          <ac:spMkLst>
            <pc:docMk/>
            <pc:sldMk cId="1759465514" sldId="281"/>
            <ac:spMk id="4" creationId="{D3679911-8949-AE58-7B05-C98CB06EA9B3}"/>
          </ac:spMkLst>
        </pc:spChg>
      </pc:sldChg>
      <pc:sldChg chg="modSp add mod">
        <pc:chgData name="Paweł Baczkowski" userId="5aca27f828537d4b" providerId="LiveId" clId="{47569D96-FADA-46A7-8B8F-AAA2DC44A896}" dt="2026-02-03T22:44:57.902" v="4035" actId="255"/>
        <pc:sldMkLst>
          <pc:docMk/>
          <pc:sldMk cId="3461654276" sldId="282"/>
        </pc:sldMkLst>
        <pc:spChg chg="mod">
          <ac:chgData name="Paweł Baczkowski" userId="5aca27f828537d4b" providerId="LiveId" clId="{47569D96-FADA-46A7-8B8F-AAA2DC44A896}" dt="2026-02-03T22:44:57.902" v="4035" actId="255"/>
          <ac:spMkLst>
            <pc:docMk/>
            <pc:sldMk cId="3461654276" sldId="282"/>
            <ac:spMk id="3" creationId="{9C4CF76E-F992-1364-71CB-CB3A86736448}"/>
          </ac:spMkLst>
        </pc:spChg>
      </pc:sldChg>
      <pc:sldChg chg="addSp delSp modSp add mod">
        <pc:chgData name="Paweł Baczkowski" userId="5aca27f828537d4b" providerId="LiveId" clId="{47569D96-FADA-46A7-8B8F-AAA2DC44A896}" dt="2026-02-04T19:25:18.321" v="5251" actId="20577"/>
        <pc:sldMkLst>
          <pc:docMk/>
          <pc:sldMk cId="1941724495" sldId="283"/>
        </pc:sldMkLst>
        <pc:spChg chg="mod">
          <ac:chgData name="Paweł Baczkowski" userId="5aca27f828537d4b" providerId="LiveId" clId="{47569D96-FADA-46A7-8B8F-AAA2DC44A896}" dt="2026-02-03T20:21:51.780" v="2532" actId="20577"/>
          <ac:spMkLst>
            <pc:docMk/>
            <pc:sldMk cId="1941724495" sldId="283"/>
            <ac:spMk id="2" creationId="{42F843DD-B9EA-FE8D-5F1F-4B240AE63C89}"/>
          </ac:spMkLst>
        </pc:spChg>
        <pc:spChg chg="add del mod">
          <ac:chgData name="Paweł Baczkowski" userId="5aca27f828537d4b" providerId="LiveId" clId="{47569D96-FADA-46A7-8B8F-AAA2DC44A896}" dt="2026-02-04T19:25:18.321" v="5251" actId="20577"/>
          <ac:spMkLst>
            <pc:docMk/>
            <pc:sldMk cId="1941724495" sldId="283"/>
            <ac:spMk id="3" creationId="{AD87301F-6599-881B-5387-16CBF4965410}"/>
          </ac:spMkLst>
        </pc:spChg>
        <pc:spChg chg="add mod">
          <ac:chgData name="Paweł Baczkowski" userId="5aca27f828537d4b" providerId="LiveId" clId="{47569D96-FADA-46A7-8B8F-AAA2DC44A896}" dt="2026-02-04T19:25:15.707" v="5249" actId="478"/>
          <ac:spMkLst>
            <pc:docMk/>
            <pc:sldMk cId="1941724495" sldId="283"/>
            <ac:spMk id="4" creationId="{315BA14E-B584-2CA6-8769-1ABE518984A3}"/>
          </ac:spMkLst>
        </pc:spChg>
      </pc:sldChg>
      <pc:sldChg chg="addSp modSp add mod">
        <pc:chgData name="Paweł Baczkowski" userId="5aca27f828537d4b" providerId="LiveId" clId="{47569D96-FADA-46A7-8B8F-AAA2DC44A896}" dt="2026-02-04T19:02:52.516" v="4455" actId="123"/>
        <pc:sldMkLst>
          <pc:docMk/>
          <pc:sldMk cId="2564094781" sldId="284"/>
        </pc:sldMkLst>
        <pc:spChg chg="mod">
          <ac:chgData name="Paweł Baczkowski" userId="5aca27f828537d4b" providerId="LiveId" clId="{47569D96-FADA-46A7-8B8F-AAA2DC44A896}" dt="2026-02-03T20:16:15.094" v="2353" actId="113"/>
          <ac:spMkLst>
            <pc:docMk/>
            <pc:sldMk cId="2564094781" sldId="284"/>
            <ac:spMk id="2" creationId="{46C6DC09-F296-E3B8-28F0-39305B8B7758}"/>
          </ac:spMkLst>
        </pc:spChg>
        <pc:spChg chg="mod">
          <ac:chgData name="Paweł Baczkowski" userId="5aca27f828537d4b" providerId="LiveId" clId="{47569D96-FADA-46A7-8B8F-AAA2DC44A896}" dt="2026-02-04T19:02:52.516" v="4455" actId="123"/>
          <ac:spMkLst>
            <pc:docMk/>
            <pc:sldMk cId="2564094781" sldId="284"/>
            <ac:spMk id="3" creationId="{DF6CD6FA-CA02-EB1B-CB26-49D848C14BAA}"/>
          </ac:spMkLst>
        </pc:spChg>
        <pc:picChg chg="add mod">
          <ac:chgData name="Paweł Baczkowski" userId="5aca27f828537d4b" providerId="LiveId" clId="{47569D96-FADA-46A7-8B8F-AAA2DC44A896}" dt="2026-02-03T20:17:41.830" v="2390" actId="1076"/>
          <ac:picMkLst>
            <pc:docMk/>
            <pc:sldMk cId="2564094781" sldId="284"/>
            <ac:picMk id="5" creationId="{3838A75F-584F-726A-36EE-6C1B6A85EB2F}"/>
          </ac:picMkLst>
        </pc:picChg>
      </pc:sldChg>
      <pc:sldChg chg="addSp delSp new del mod">
        <pc:chgData name="Paweł Baczkowski" userId="5aca27f828537d4b" providerId="LiveId" clId="{47569D96-FADA-46A7-8B8F-AAA2DC44A896}" dt="2026-02-03T20:09:22.972" v="1838" actId="680"/>
        <pc:sldMkLst>
          <pc:docMk/>
          <pc:sldMk cId="2644138123" sldId="284"/>
        </pc:sldMkLst>
        <pc:spChg chg="add del">
          <ac:chgData name="Paweł Baczkowski" userId="5aca27f828537d4b" providerId="LiveId" clId="{47569D96-FADA-46A7-8B8F-AAA2DC44A896}" dt="2026-02-03T20:09:22.480" v="1837" actId="22"/>
          <ac:spMkLst>
            <pc:docMk/>
            <pc:sldMk cId="2644138123" sldId="284"/>
            <ac:spMk id="5" creationId="{15690B9F-5C4C-8A64-0A85-57306E3CFB93}"/>
          </ac:spMkLst>
        </pc:spChg>
      </pc:sldChg>
      <pc:sldChg chg="modSp add mod">
        <pc:chgData name="Paweł Baczkowski" userId="5aca27f828537d4b" providerId="LiveId" clId="{47569D96-FADA-46A7-8B8F-AAA2DC44A896}" dt="2026-02-04T19:02:12.280" v="4448" actId="123"/>
        <pc:sldMkLst>
          <pc:docMk/>
          <pc:sldMk cId="4029563049" sldId="285"/>
        </pc:sldMkLst>
        <pc:spChg chg="mod">
          <ac:chgData name="Paweł Baczkowski" userId="5aca27f828537d4b" providerId="LiveId" clId="{47569D96-FADA-46A7-8B8F-AAA2DC44A896}" dt="2026-02-03T20:32:29.475" v="2815" actId="20577"/>
          <ac:spMkLst>
            <pc:docMk/>
            <pc:sldMk cId="4029563049" sldId="285"/>
            <ac:spMk id="2" creationId="{E99A32F0-7D95-6B55-87D1-53345E9CFEDE}"/>
          </ac:spMkLst>
        </pc:spChg>
        <pc:spChg chg="mod">
          <ac:chgData name="Paweł Baczkowski" userId="5aca27f828537d4b" providerId="LiveId" clId="{47569D96-FADA-46A7-8B8F-AAA2DC44A896}" dt="2026-02-04T19:02:12.280" v="4448" actId="123"/>
          <ac:spMkLst>
            <pc:docMk/>
            <pc:sldMk cId="4029563049" sldId="285"/>
            <ac:spMk id="3" creationId="{BDF56D46-875C-9E4D-F9CC-8057C2088819}"/>
          </ac:spMkLst>
        </pc:spChg>
      </pc:sldChg>
      <pc:sldChg chg="addSp delSp modSp add mod ord">
        <pc:chgData name="Paweł Baczkowski" userId="5aca27f828537d4b" providerId="LiveId" clId="{47569D96-FADA-46A7-8B8F-AAA2DC44A896}" dt="2026-02-04T19:02:09.416" v="4447" actId="123"/>
        <pc:sldMkLst>
          <pc:docMk/>
          <pc:sldMk cId="1211336976" sldId="286"/>
        </pc:sldMkLst>
        <pc:spChg chg="mod">
          <ac:chgData name="Paweł Baczkowski" userId="5aca27f828537d4b" providerId="LiveId" clId="{47569D96-FADA-46A7-8B8F-AAA2DC44A896}" dt="2026-02-04T18:46:38.350" v="4342" actId="26606"/>
          <ac:spMkLst>
            <pc:docMk/>
            <pc:sldMk cId="1211336976" sldId="286"/>
            <ac:spMk id="2" creationId="{6E898BC9-8B86-DEC9-3EBA-60FDBA578EE9}"/>
          </ac:spMkLst>
        </pc:spChg>
        <pc:spChg chg="mod ord">
          <ac:chgData name="Paweł Baczkowski" userId="5aca27f828537d4b" providerId="LiveId" clId="{47569D96-FADA-46A7-8B8F-AAA2DC44A896}" dt="2026-02-04T19:02:09.416" v="4447" actId="123"/>
          <ac:spMkLst>
            <pc:docMk/>
            <pc:sldMk cId="1211336976" sldId="286"/>
            <ac:spMk id="13" creationId="{48DC0F8E-347C-AAE7-9E1D-0CBBF391713C}"/>
          </ac:spMkLst>
        </pc:spChg>
        <pc:picChg chg="add mod">
          <ac:chgData name="Paweł Baczkowski" userId="5aca27f828537d4b" providerId="LiveId" clId="{47569D96-FADA-46A7-8B8F-AAA2DC44A896}" dt="2026-02-04T18:46:38.350" v="4342" actId="26606"/>
          <ac:picMkLst>
            <pc:docMk/>
            <pc:sldMk cId="1211336976" sldId="286"/>
            <ac:picMk id="4" creationId="{91B4E7F8-520E-B5C1-5FA8-5D8F013BBF7A}"/>
          </ac:picMkLst>
        </pc:picChg>
        <pc:picChg chg="del">
          <ac:chgData name="Paweł Baczkowski" userId="5aca27f828537d4b" providerId="LiveId" clId="{47569D96-FADA-46A7-8B8F-AAA2DC44A896}" dt="2026-02-04T18:46:34.952" v="4340" actId="478"/>
          <ac:picMkLst>
            <pc:docMk/>
            <pc:sldMk cId="1211336976" sldId="286"/>
            <ac:picMk id="10" creationId="{E13B5B60-5C79-DA97-F09D-06B4F9022401}"/>
          </ac:picMkLst>
        </pc:picChg>
      </pc:sldChg>
      <pc:sldChg chg="addSp delSp modSp add mod ord">
        <pc:chgData name="Paweł Baczkowski" userId="5aca27f828537d4b" providerId="LiveId" clId="{47569D96-FADA-46A7-8B8F-AAA2DC44A896}" dt="2026-02-04T19:00:29.077" v="4421" actId="20577"/>
        <pc:sldMkLst>
          <pc:docMk/>
          <pc:sldMk cId="473709643" sldId="287"/>
        </pc:sldMkLst>
        <pc:spChg chg="mod">
          <ac:chgData name="Paweł Baczkowski" userId="5aca27f828537d4b" providerId="LiveId" clId="{47569D96-FADA-46A7-8B8F-AAA2DC44A896}" dt="2026-02-04T19:00:29.077" v="4421" actId="20577"/>
          <ac:spMkLst>
            <pc:docMk/>
            <pc:sldMk cId="473709643" sldId="287"/>
            <ac:spMk id="2" creationId="{5F1E161A-F23D-3E26-29FE-969B0CB7C91E}"/>
          </ac:spMkLst>
        </pc:spChg>
        <pc:spChg chg="add del mod">
          <ac:chgData name="Paweł Baczkowski" userId="5aca27f828537d4b" providerId="LiveId" clId="{47569D96-FADA-46A7-8B8F-AAA2DC44A896}" dt="2026-02-04T19:00:24.335" v="4412" actId="478"/>
          <ac:spMkLst>
            <pc:docMk/>
            <pc:sldMk cId="473709643" sldId="287"/>
            <ac:spMk id="3" creationId="{397D4632-B29C-20A3-2DCA-B438F752C17F}"/>
          </ac:spMkLst>
        </pc:spChg>
        <pc:spChg chg="add del">
          <ac:chgData name="Paweł Baczkowski" userId="5aca27f828537d4b" providerId="LiveId" clId="{47569D96-FADA-46A7-8B8F-AAA2DC44A896}" dt="2026-02-04T19:00:01.876" v="4408" actId="26606"/>
          <ac:spMkLst>
            <pc:docMk/>
            <pc:sldMk cId="473709643" sldId="287"/>
            <ac:spMk id="11" creationId="{AC8CC1B2-2B3F-27E1-76AE-DB93BB212258}"/>
          </ac:spMkLst>
        </pc:spChg>
        <pc:spChg chg="del">
          <ac:chgData name="Paweł Baczkowski" userId="5aca27f828537d4b" providerId="LiveId" clId="{47569D96-FADA-46A7-8B8F-AAA2DC44A896}" dt="2026-02-04T18:59:54.621" v="4405" actId="478"/>
          <ac:spMkLst>
            <pc:docMk/>
            <pc:sldMk cId="473709643" sldId="287"/>
            <ac:spMk id="13" creationId="{794BF018-F7BB-3681-F10F-1CED540CB31E}"/>
          </ac:spMkLst>
        </pc:spChg>
        <pc:picChg chg="del">
          <ac:chgData name="Paweł Baczkowski" userId="5aca27f828537d4b" providerId="LiveId" clId="{47569D96-FADA-46A7-8B8F-AAA2DC44A896}" dt="2026-02-04T18:59:53.857" v="4404" actId="478"/>
          <ac:picMkLst>
            <pc:docMk/>
            <pc:sldMk cId="473709643" sldId="287"/>
            <ac:picMk id="4" creationId="{EB92DC87-E629-06C8-F3BF-F1D13A270B4B}"/>
          </ac:picMkLst>
        </pc:picChg>
        <pc:picChg chg="add del mod">
          <ac:chgData name="Paweł Baczkowski" userId="5aca27f828537d4b" providerId="LiveId" clId="{47569D96-FADA-46A7-8B8F-AAA2DC44A896}" dt="2026-02-04T19:00:02.508" v="4409" actId="22"/>
          <ac:picMkLst>
            <pc:docMk/>
            <pc:sldMk cId="473709643" sldId="287"/>
            <ac:picMk id="6" creationId="{5639E694-0BE1-A60B-C352-4A47753CBDFE}"/>
          </ac:picMkLst>
        </pc:picChg>
        <pc:picChg chg="add mod">
          <ac:chgData name="Paweł Baczkowski" userId="5aca27f828537d4b" providerId="LiveId" clId="{47569D96-FADA-46A7-8B8F-AAA2DC44A896}" dt="2026-02-04T19:00:22.023" v="4411" actId="1076"/>
          <ac:picMkLst>
            <pc:docMk/>
            <pc:sldMk cId="473709643" sldId="287"/>
            <ac:picMk id="8" creationId="{23D91B0C-958A-2F30-1BAD-4AE48087F56A}"/>
          </ac:picMkLst>
        </pc:picChg>
      </pc:sldChg>
      <pc:sldChg chg="addSp delSp modSp add mod">
        <pc:chgData name="Paweł Baczkowski" userId="5aca27f828537d4b" providerId="LiveId" clId="{47569D96-FADA-46A7-8B8F-AAA2DC44A896}" dt="2026-02-04T19:11:46.060" v="4547" actId="20577"/>
        <pc:sldMkLst>
          <pc:docMk/>
          <pc:sldMk cId="3563214627" sldId="288"/>
        </pc:sldMkLst>
        <pc:spChg chg="mod">
          <ac:chgData name="Paweł Baczkowski" userId="5aca27f828537d4b" providerId="LiveId" clId="{47569D96-FADA-46A7-8B8F-AAA2DC44A896}" dt="2026-02-04T19:00:52.390" v="4426" actId="26606"/>
          <ac:spMkLst>
            <pc:docMk/>
            <pc:sldMk cId="3563214627" sldId="288"/>
            <ac:spMk id="2" creationId="{C3F70D1A-9C71-02EB-9886-9ACEF5343374}"/>
          </ac:spMkLst>
        </pc:spChg>
        <pc:spChg chg="add del">
          <ac:chgData name="Paweł Baczkowski" userId="5aca27f828537d4b" providerId="LiveId" clId="{47569D96-FADA-46A7-8B8F-AAA2DC44A896}" dt="2026-02-04T19:01:12.044" v="4431" actId="26606"/>
          <ac:spMkLst>
            <pc:docMk/>
            <pc:sldMk cId="3563214627" sldId="288"/>
            <ac:spMk id="9" creationId="{9550AE25-6CB5-DC91-01B7-981CCC6B60D0}"/>
          </ac:spMkLst>
        </pc:spChg>
        <pc:spChg chg="add mod">
          <ac:chgData name="Paweł Baczkowski" userId="5aca27f828537d4b" providerId="LiveId" clId="{47569D96-FADA-46A7-8B8F-AAA2DC44A896}" dt="2026-02-04T19:11:46.060" v="4547" actId="20577"/>
          <ac:spMkLst>
            <pc:docMk/>
            <pc:sldMk cId="3563214627" sldId="288"/>
            <ac:spMk id="14" creationId="{C852BD81-FC22-0017-8F4D-95CD03C510BA}"/>
          </ac:spMkLst>
        </pc:spChg>
        <pc:picChg chg="add del mod">
          <ac:chgData name="Paweł Baczkowski" userId="5aca27f828537d4b" providerId="LiveId" clId="{47569D96-FADA-46A7-8B8F-AAA2DC44A896}" dt="2026-02-04T19:00:57.561" v="4429" actId="478"/>
          <ac:picMkLst>
            <pc:docMk/>
            <pc:sldMk cId="3563214627" sldId="288"/>
            <ac:picMk id="4" creationId="{BD0AA191-1F66-1B28-9858-1C324D727DC2}"/>
          </ac:picMkLst>
        </pc:picChg>
        <pc:picChg chg="add mod">
          <ac:chgData name="Paweł Baczkowski" userId="5aca27f828537d4b" providerId="LiveId" clId="{47569D96-FADA-46A7-8B8F-AAA2DC44A896}" dt="2026-02-04T19:01:12.044" v="4431" actId="26606"/>
          <ac:picMkLst>
            <pc:docMk/>
            <pc:sldMk cId="3563214627" sldId="288"/>
            <ac:picMk id="6" creationId="{24B6FCEA-E24B-7CAC-AC8E-28250CE07892}"/>
          </ac:picMkLst>
        </pc:picChg>
        <pc:picChg chg="del">
          <ac:chgData name="Paweł Baczkowski" userId="5aca27f828537d4b" providerId="LiveId" clId="{47569D96-FADA-46A7-8B8F-AAA2DC44A896}" dt="2026-02-04T19:00:37.019" v="4423" actId="478"/>
          <ac:picMkLst>
            <pc:docMk/>
            <pc:sldMk cId="3563214627" sldId="288"/>
            <ac:picMk id="8" creationId="{FDFA35F1-5AA9-2F05-D017-18AF655D57C9}"/>
          </ac:picMkLst>
        </pc:picChg>
      </pc:sldChg>
      <pc:sldChg chg="addSp delSp modSp add mod">
        <pc:chgData name="Paweł Baczkowski" userId="5aca27f828537d4b" providerId="LiveId" clId="{47569D96-FADA-46A7-8B8F-AAA2DC44A896}" dt="2026-02-04T19:19:55.034" v="5214" actId="14100"/>
        <pc:sldMkLst>
          <pc:docMk/>
          <pc:sldMk cId="1620013844" sldId="289"/>
        </pc:sldMkLst>
        <pc:spChg chg="mod">
          <ac:chgData name="Paweł Baczkowski" userId="5aca27f828537d4b" providerId="LiveId" clId="{47569D96-FADA-46A7-8B8F-AAA2DC44A896}" dt="2026-02-04T19:03:46.371" v="4479" actId="20577"/>
          <ac:spMkLst>
            <pc:docMk/>
            <pc:sldMk cId="1620013844" sldId="289"/>
            <ac:spMk id="2" creationId="{72BEF212-CCE6-021B-763F-C556FA63E97C}"/>
          </ac:spMkLst>
        </pc:spChg>
        <pc:spChg chg="mod">
          <ac:chgData name="Paweł Baczkowski" userId="5aca27f828537d4b" providerId="LiveId" clId="{47569D96-FADA-46A7-8B8F-AAA2DC44A896}" dt="2026-02-04T19:19:55.034" v="5214" actId="14100"/>
          <ac:spMkLst>
            <pc:docMk/>
            <pc:sldMk cId="1620013844" sldId="289"/>
            <ac:spMk id="14" creationId="{20618B0E-6550-4154-7718-ED4CD802B0D4}"/>
          </ac:spMkLst>
        </pc:spChg>
        <pc:picChg chg="add mod">
          <ac:chgData name="Paweł Baczkowski" userId="5aca27f828537d4b" providerId="LiveId" clId="{47569D96-FADA-46A7-8B8F-AAA2DC44A896}" dt="2026-02-04T19:05:12.178" v="4487" actId="26606"/>
          <ac:picMkLst>
            <pc:docMk/>
            <pc:sldMk cId="1620013844" sldId="289"/>
            <ac:picMk id="4" creationId="{9AD34E30-61C7-5BD0-C9E2-196C614AED73}"/>
          </ac:picMkLst>
        </pc:picChg>
        <pc:picChg chg="del">
          <ac:chgData name="Paweł Baczkowski" userId="5aca27f828537d4b" providerId="LiveId" clId="{47569D96-FADA-46A7-8B8F-AAA2DC44A896}" dt="2026-02-04T19:05:08.830" v="4485" actId="478"/>
          <ac:picMkLst>
            <pc:docMk/>
            <pc:sldMk cId="1620013844" sldId="289"/>
            <ac:picMk id="6" creationId="{1B2B6973-0859-E0E4-7CBF-084B2D97EC2A}"/>
          </ac:picMkLst>
        </pc:picChg>
      </pc:sldChg>
      <pc:sldChg chg="addSp delSp modSp add mod ord">
        <pc:chgData name="Paweł Baczkowski" userId="5aca27f828537d4b" providerId="LiveId" clId="{47569D96-FADA-46A7-8B8F-AAA2DC44A896}" dt="2026-02-04T19:05:29.480" v="4489" actId="14100"/>
        <pc:sldMkLst>
          <pc:docMk/>
          <pc:sldMk cId="2263305588" sldId="290"/>
        </pc:sldMkLst>
        <pc:spChg chg="add">
          <ac:chgData name="Paweł Baczkowski" userId="5aca27f828537d4b" providerId="LiveId" clId="{47569D96-FADA-46A7-8B8F-AAA2DC44A896}" dt="2026-02-04T19:05:00.591" v="4484"/>
          <ac:spMkLst>
            <pc:docMk/>
            <pc:sldMk cId="2263305588" sldId="290"/>
            <ac:spMk id="3" creationId="{70855D9D-9B5D-8BDC-3A78-8B4635D61E77}"/>
          </ac:spMkLst>
        </pc:spChg>
        <pc:picChg chg="add mod">
          <ac:chgData name="Paweł Baczkowski" userId="5aca27f828537d4b" providerId="LiveId" clId="{47569D96-FADA-46A7-8B8F-AAA2DC44A896}" dt="2026-02-04T19:05:29.480" v="4489" actId="14100"/>
          <ac:picMkLst>
            <pc:docMk/>
            <pc:sldMk cId="2263305588" sldId="290"/>
            <ac:picMk id="5" creationId="{58A4C1A7-8C89-086B-A80D-3DC75B9D8D9F}"/>
          </ac:picMkLst>
        </pc:picChg>
        <pc:picChg chg="del">
          <ac:chgData name="Paweł Baczkowski" userId="5aca27f828537d4b" providerId="LiveId" clId="{47569D96-FADA-46A7-8B8F-AAA2DC44A896}" dt="2026-02-04T19:04:54.074" v="4483" actId="478"/>
          <ac:picMkLst>
            <pc:docMk/>
            <pc:sldMk cId="2263305588" sldId="290"/>
            <ac:picMk id="8" creationId="{1AFA5A65-B5BE-71F0-A02C-A183A5EE6A4A}"/>
          </ac:picMkLst>
        </pc:picChg>
      </pc:sldChg>
      <pc:sldChg chg="addSp delSp modSp add mod modClrScheme chgLayout">
        <pc:chgData name="Paweł Baczkowski" userId="5aca27f828537d4b" providerId="LiveId" clId="{47569D96-FADA-46A7-8B8F-AAA2DC44A896}" dt="2026-02-04T19:27:57.926" v="5411" actId="1076"/>
        <pc:sldMkLst>
          <pc:docMk/>
          <pc:sldMk cId="2460568802" sldId="291"/>
        </pc:sldMkLst>
        <pc:spChg chg="mod">
          <ac:chgData name="Paweł Baczkowski" userId="5aca27f828537d4b" providerId="LiveId" clId="{47569D96-FADA-46A7-8B8F-AAA2DC44A896}" dt="2026-02-04T19:27:50.102" v="5407" actId="26606"/>
          <ac:spMkLst>
            <pc:docMk/>
            <pc:sldMk cId="2460568802" sldId="291"/>
            <ac:spMk id="2" creationId="{DE5B4FD6-11FF-8B9A-0487-F1B43F987499}"/>
          </ac:spMkLst>
        </pc:spChg>
        <pc:spChg chg="mod">
          <ac:chgData name="Paweł Baczkowski" userId="5aca27f828537d4b" providerId="LiveId" clId="{47569D96-FADA-46A7-8B8F-AAA2DC44A896}" dt="2026-02-04T19:27:50.102" v="5407" actId="26606"/>
          <ac:spMkLst>
            <pc:docMk/>
            <pc:sldMk cId="2460568802" sldId="291"/>
            <ac:spMk id="3" creationId="{BD228060-EA4D-DB12-AF97-D89615695831}"/>
          </ac:spMkLst>
        </pc:spChg>
        <pc:picChg chg="del">
          <ac:chgData name="Paweł Baczkowski" userId="5aca27f828537d4b" providerId="LiveId" clId="{47569D96-FADA-46A7-8B8F-AAA2DC44A896}" dt="2026-02-04T19:27:45.315" v="5404" actId="478"/>
          <ac:picMkLst>
            <pc:docMk/>
            <pc:sldMk cId="2460568802" sldId="291"/>
            <ac:picMk id="5" creationId="{86871210-12DF-C3D0-A3AC-E825235DD59A}"/>
          </ac:picMkLst>
        </pc:picChg>
        <pc:picChg chg="add mod">
          <ac:chgData name="Paweł Baczkowski" userId="5aca27f828537d4b" providerId="LiveId" clId="{47569D96-FADA-46A7-8B8F-AAA2DC44A896}" dt="2026-02-04T19:27:57.926" v="5411" actId="1076"/>
          <ac:picMkLst>
            <pc:docMk/>
            <pc:sldMk cId="2460568802" sldId="291"/>
            <ac:picMk id="6" creationId="{37C97947-F9F5-B41B-E174-6F92A61B1B69}"/>
          </ac:picMkLst>
        </pc:picChg>
      </pc:sldChg>
      <pc:sldChg chg="addSp delSp modSp add mod modClrScheme chgLayout">
        <pc:chgData name="Paweł Baczkowski" userId="5aca27f828537d4b" providerId="LiveId" clId="{47569D96-FADA-46A7-8B8F-AAA2DC44A896}" dt="2026-02-04T19:36:21.141" v="5770" actId="113"/>
        <pc:sldMkLst>
          <pc:docMk/>
          <pc:sldMk cId="572414540" sldId="292"/>
        </pc:sldMkLst>
        <pc:spChg chg="mod">
          <ac:chgData name="Paweł Baczkowski" userId="5aca27f828537d4b" providerId="LiveId" clId="{47569D96-FADA-46A7-8B8F-AAA2DC44A896}" dt="2026-02-04T19:28:33.657" v="5419" actId="26606"/>
          <ac:spMkLst>
            <pc:docMk/>
            <pc:sldMk cId="572414540" sldId="292"/>
            <ac:spMk id="2" creationId="{7035E995-56CB-2DE4-99BA-398853E4974A}"/>
          </ac:spMkLst>
        </pc:spChg>
        <pc:spChg chg="mod">
          <ac:chgData name="Paweł Baczkowski" userId="5aca27f828537d4b" providerId="LiveId" clId="{47569D96-FADA-46A7-8B8F-AAA2DC44A896}" dt="2026-02-04T19:28:33.657" v="5419" actId="26606"/>
          <ac:spMkLst>
            <pc:docMk/>
            <pc:sldMk cId="572414540" sldId="292"/>
            <ac:spMk id="3" creationId="{2A07F76E-0AC4-4BFE-73EC-51407EF81C01}"/>
          </ac:spMkLst>
        </pc:spChg>
        <pc:spChg chg="add mod">
          <ac:chgData name="Paweł Baczkowski" userId="5aca27f828537d4b" providerId="LiveId" clId="{47569D96-FADA-46A7-8B8F-AAA2DC44A896}" dt="2026-02-04T19:29:05.767" v="5430"/>
          <ac:spMkLst>
            <pc:docMk/>
            <pc:sldMk cId="572414540" sldId="292"/>
            <ac:spMk id="4" creationId="{D889EEA8-53B3-6F0E-5BA9-C8A9BA14B720}"/>
          </ac:spMkLst>
        </pc:spChg>
        <pc:spChg chg="add mod">
          <ac:chgData name="Paweł Baczkowski" userId="5aca27f828537d4b" providerId="LiveId" clId="{47569D96-FADA-46A7-8B8F-AAA2DC44A896}" dt="2026-02-04T19:29:14.520" v="5431" actId="767"/>
          <ac:spMkLst>
            <pc:docMk/>
            <pc:sldMk cId="572414540" sldId="292"/>
            <ac:spMk id="5" creationId="{9FE3BD77-208C-F60F-9E0C-10DF0C0C944E}"/>
          </ac:spMkLst>
        </pc:spChg>
        <pc:spChg chg="add mod">
          <ac:chgData name="Paweł Baczkowski" userId="5aca27f828537d4b" providerId="LiveId" clId="{47569D96-FADA-46A7-8B8F-AAA2DC44A896}" dt="2026-02-04T19:36:21.141" v="5770" actId="113"/>
          <ac:spMkLst>
            <pc:docMk/>
            <pc:sldMk cId="572414540" sldId="292"/>
            <ac:spMk id="7" creationId="{FC37A103-4163-88AC-4FB5-0169D7520709}"/>
          </ac:spMkLst>
        </pc:spChg>
        <pc:spChg chg="add del mod">
          <ac:chgData name="Paweł Baczkowski" userId="5aca27f828537d4b" providerId="LiveId" clId="{47569D96-FADA-46A7-8B8F-AAA2DC44A896}" dt="2026-02-04T19:28:33.657" v="5419" actId="26606"/>
          <ac:spMkLst>
            <pc:docMk/>
            <pc:sldMk cId="572414540" sldId="292"/>
            <ac:spMk id="8" creationId="{8D527847-DD8C-027B-9A7C-66BF50609AE0}"/>
          </ac:spMkLst>
        </pc:spChg>
        <pc:picChg chg="del">
          <ac:chgData name="Paweł Baczkowski" userId="5aca27f828537d4b" providerId="LiveId" clId="{47569D96-FADA-46A7-8B8F-AAA2DC44A896}" dt="2026-02-04T19:28:12.180" v="5413" actId="478"/>
          <ac:picMkLst>
            <pc:docMk/>
            <pc:sldMk cId="572414540" sldId="292"/>
            <ac:picMk id="6" creationId="{721590FF-2E63-BD40-9793-136BF336EFD5}"/>
          </ac:picMkLst>
        </pc:picChg>
        <pc:picChg chg="add mod">
          <ac:chgData name="Paweł Baczkowski" userId="5aca27f828537d4b" providerId="LiveId" clId="{47569D96-FADA-46A7-8B8F-AAA2DC44A896}" dt="2026-02-04T19:36:06.803" v="5763" actId="1076"/>
          <ac:picMkLst>
            <pc:docMk/>
            <pc:sldMk cId="572414540" sldId="292"/>
            <ac:picMk id="10" creationId="{3C9BE8B5-5FEF-B7B9-F3FC-B498E3104A07}"/>
          </ac:picMkLst>
        </pc:picChg>
        <pc:picChg chg="add del">
          <ac:chgData name="Paweł Baczkowski" userId="5aca27f828537d4b" providerId="LiveId" clId="{47569D96-FADA-46A7-8B8F-AAA2DC44A896}" dt="2026-02-04T19:36:18.121" v="5768" actId="22"/>
          <ac:picMkLst>
            <pc:docMk/>
            <pc:sldMk cId="572414540" sldId="292"/>
            <ac:picMk id="12" creationId="{9AAA2D20-651F-CCD7-6B10-8333717435B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3C7721-8489-6E45-AE60-E3BD350B0C1C}" type="datetimeFigureOut">
              <a:rPr lang="pl-PL" smtClean="0"/>
              <a:t>04.02.2026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90C17-FE81-2B48-9CF9-A2E03B0B43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1881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990354B-D114-D59C-12CE-9512AE6EB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36C1B14-ABC1-151A-EC2C-125856E67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BF3CC47-BB7C-180F-A762-E754685C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E02642E-B7C6-555F-303E-C92E17C0D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EC3744A-DBD1-039A-4FF7-0E418946F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7A7121-9251-564F-A890-38E585BA2F5B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837820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6129AB-C7AE-46DF-EC7D-29982BEFB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73C885E-6625-289D-32EB-64C0CDF3E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A9B375C-4937-52CA-E5A6-42BB694FA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1480ADC-DC61-12CF-7514-2635836B0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D51536-A33E-F814-A494-902B34F65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04AEE8-4823-7C4A-B62C-4429162CD09C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4185205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CABADB-EAB7-9421-35DC-5203DD75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2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6DFDA92-71DD-762C-EBF6-69C24DD17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7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2433223-EF63-767F-8E74-770D26104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48FCDA9-AA76-414F-135C-01EB5E6A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C065555-C287-C12F-658B-48FB3B3C0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BCC993-5AEA-3947-B23D-F1E7D72087E2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29169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EDC4BE2-449B-995C-C011-ABBF11460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AA1545-727F-63FC-12A1-539999484D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AAC8DDB-6CA2-BF70-6EDA-D5F6456F7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F2D57BE-DB98-A328-7913-E76C95317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134E033-8803-4465-E167-29ED06786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3F3F794-BC4A-FB70-FDF4-23AE9F510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CCD0ED-40BA-E643-A7FE-9F0D69B3EDD0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22941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A149F3-E546-75C5-6233-A579182D6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9"/>
            <a:ext cx="78867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EBF818A-90C4-F110-956A-622EF1A73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832AB9D-CA01-E2A7-740C-551544064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D166CB17-3A4E-691C-F6D1-E8207F7D5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BCCF9D8-514B-874A-1628-060171B25A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1E2D648-2AAC-14DA-6B2E-744F6175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5C7A9415-1A92-BFB4-034B-EF7AB3F6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D2A842C0-A506-BACD-977F-2B53F872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52EF72-F0A7-8A40-8639-697AF20A16FE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868474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CE641F7-C09C-7020-661B-4DF7CAD9D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EEF68E7-3ECF-5650-7CC6-E54895031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937CC89-7108-C6BF-55D5-5E33A9EC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8DC22AEA-F799-31F1-F4E2-1A39C204C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B1AFAC-821F-144D-9241-C69127008E94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59846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0A4DB66-D8BC-9721-CF0D-907DA2C3A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7552795-00CE-1179-468A-071510AD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9FA5DDF-CBF4-EF14-5644-7E994EED7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F1B46A-86E7-4F45-89DC-72DBF6D1A78F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3626992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D5339F-6126-A83B-8D05-1F8E2F7F3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40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63CEE28-4ABC-0E1A-A3BA-A08109317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9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92274D8-6520-5A09-24E2-FE10B0615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40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CF9C3DE-83DC-67E3-5BE2-C6C7101D1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F6AE333-A80F-04F1-7CDD-BB3962C82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A86EED3-4356-9F7A-6514-2334EA20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E22C64-4BAE-3343-AE55-1468BD8A2E56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52750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CD3B93-B4D2-8EB0-DB46-AFACCA44E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40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354A73B3-1E4C-04C5-080E-EBADCD765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9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7192118-F948-807B-0536-5A44F06B6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40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22E8DFE-4F42-0FCB-5881-15F6A9D6C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828E7EB-18A2-0DD8-5D1A-1EEE8577A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CB49D6-6A6B-37B2-BF0A-D26FACEB9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E3B6CF-CB19-8D4B-8F94-4E2D6BE91429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864801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88B76-37FF-1926-D317-72A5A75DE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CD21B9D-5470-6569-3BCF-2A5AA81A7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F363EF2-AA61-C956-D59B-7EC27D4BA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016F467-87A4-425B-CDD5-1B5926E4D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ECDA4ED-827A-6974-425C-B526FFEA4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404B69-573D-F340-A2B7-B189F2228282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403882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5C96E876-75FD-6D30-2C85-CE82861737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06D86C9-ED46-F260-095C-A0AF6C877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4A6B954-8E1B-A915-9A48-835FB7B13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08036E-8A13-8F16-72F0-1F3A37FA4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F107F56-53E5-2987-2A56-F5812AB0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C0B9E7-34BE-7D4C-9100-C1E1D115780D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104725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0EB308DA-2EB7-C1D9-6259-A858FF8B583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42"/>
            <a:ext cx="8229600" cy="5851525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94AD7EAD-F6A6-A747-F5D1-C00E84CCA7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09785702-BC6E-0AFD-153A-44D5B476A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pl-PL" alt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77B07E0-B1A2-56AD-0638-53E9DFB9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F2C6358-522F-3A4E-B600-080030785B20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770985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00B1F05A-8654-4F8B-60AB-60CBDD64A9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 dirty="0"/>
              <a:t>Kliknij, aby edytować style wzorca tekstu</a:t>
            </a:r>
          </a:p>
          <a:p>
            <a:pPr lvl="1"/>
            <a:r>
              <a:rPr lang="pl-PL" altLang="pl-PL" dirty="0"/>
              <a:t>Drugi poziom</a:t>
            </a:r>
          </a:p>
          <a:p>
            <a:pPr lvl="2"/>
            <a:r>
              <a:rPr lang="pl-PL" altLang="pl-PL" dirty="0"/>
              <a:t>Trzeci poziom</a:t>
            </a:r>
          </a:p>
          <a:p>
            <a:pPr lvl="3"/>
            <a:r>
              <a:rPr lang="pl-PL" altLang="pl-PL" dirty="0"/>
              <a:t>Czwarty poziom</a:t>
            </a:r>
          </a:p>
          <a:p>
            <a:pPr lvl="4"/>
            <a:r>
              <a:rPr lang="pl-PL" altLang="pl-PL" dirty="0"/>
              <a:t>Piąty poziom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657FF54-9446-258B-A2E0-6F61113C85D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l-PL" altLang="pl-PL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059385F-3064-8D86-DF6A-BB90A1006EB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l-PL" altLang="pl-PL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C4720BF-D90D-922F-C5F4-466B55DAB91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D99D15E-BB5E-074E-89BE-98A5243C7272}" type="slidenum">
              <a:rPr lang="pl-PL" altLang="pl-PL"/>
              <a:pPr/>
              <a:t>‹#›</a:t>
            </a:fld>
            <a:endParaRPr lang="pl-PL" altLang="pl-PL"/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D54F5752-6875-1270-28D1-8EF9D59CA8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950" y="115892"/>
            <a:ext cx="9036050" cy="9667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6" name="Rectangle 2">
            <a:extLst>
              <a:ext uri="{FF2B5EF4-FFF2-40B4-BE49-F238E27FC236}">
                <a16:creationId xmlns:a16="http://schemas.microsoft.com/office/drawing/2014/main" id="{30B66CF5-9C49-12FB-C66A-DFC4BFD9DD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19673" y="274638"/>
            <a:ext cx="5976664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 dirty="0"/>
              <a:t>Kliknij, aby edytować styl wzorca tytułu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en.wikipedia.org/wiki/Precision_and_recal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en.wikipedia.org/wiki/Precision_and_recal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en.wikipedia.org/wiki/F-score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en.wikipedia.org/wiki/Precision_and_recal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random-forest-algorithm-in-machine-learning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implementation-of-xgboost-extreme-gradient-boosting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>
            <a:extLst>
              <a:ext uri="{FF2B5EF4-FFF2-40B4-BE49-F238E27FC236}">
                <a16:creationId xmlns:a16="http://schemas.microsoft.com/office/drawing/2014/main" id="{BA4F0F61-9F6A-11EF-279E-691D6B5A5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3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9FF1198C-4028-9DFD-8308-49734D094B6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143000" y="2636912"/>
            <a:ext cx="6858000" cy="2387600"/>
          </a:xfrm>
        </p:spPr>
        <p:txBody>
          <a:bodyPr anchor="ctr"/>
          <a:lstStyle/>
          <a:p>
            <a:r>
              <a:rPr lang="pl-PL" altLang="pl-PL" sz="3600" dirty="0">
                <a:solidFill>
                  <a:srgbClr val="333333"/>
                </a:solidFill>
              </a:rPr>
              <a:t>Raport z realizacji projektu</a:t>
            </a:r>
            <a:endParaRPr lang="pl-PL" altLang="pl-PL" sz="2800" dirty="0">
              <a:solidFill>
                <a:srgbClr val="333333"/>
              </a:solidFill>
            </a:endParaRPr>
          </a:p>
        </p:txBody>
      </p:sp>
      <p:sp>
        <p:nvSpPr>
          <p:cNvPr id="4" name="Podtytuł 3">
            <a:extLst>
              <a:ext uri="{FF2B5EF4-FFF2-40B4-BE49-F238E27FC236}">
                <a16:creationId xmlns:a16="http://schemas.microsoft.com/office/drawing/2014/main" id="{5595F25E-D565-FC8E-147B-51BC6D10F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116587"/>
            <a:ext cx="6858000" cy="1655762"/>
          </a:xfrm>
        </p:spPr>
        <p:txBody>
          <a:bodyPr/>
          <a:lstStyle/>
          <a:p>
            <a:r>
              <a:rPr lang="pl-PL" sz="2000" dirty="0"/>
              <a:t>Przedmiot: podstawy sztucznej inteligencji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3435E5-E58B-CF90-1403-4D54339C8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Autorzy projektu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AA0D048-EDE7-0C20-116F-4A813DB7B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Autor: Paweł Baczkowski</a:t>
            </a:r>
          </a:p>
          <a:p>
            <a:pPr marL="0" indent="0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Podejście „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-First”: Główny nacisk położyłem na logikę zawartą w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Notebook. Uzasadnienie kluczowych decyzji projektowych znajduje się bezpośrednio w komentarzach do kodu.</a:t>
            </a:r>
          </a:p>
          <a:p>
            <a:pPr marL="0" indent="0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Esencja projektu: Niniejsza prezentacja stanowi syntezę najważniejszych odkryć i eksperymentów. Ze względu na obszerność analizy danych giełdowych, zachęcam do równoległego wglądu w notatnik, który stanowi integralną część pracy.</a:t>
            </a:r>
          </a:p>
          <a:p>
            <a:pPr marL="0" indent="0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 nauki: Jest to mój pierwszy projekt tej skali łączący ML z rynkiem kapitałowym. Skupiłem się na rygorze walidacji i zrozumieniu zachowania modeli, przekładając jakość analizy nad ilość użytych algorytmów. </a:t>
            </a:r>
          </a:p>
          <a:p>
            <a:pPr marL="0" indent="0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8893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5FEAF1A-53BF-9D42-E6FD-885C851A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Opis problemu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0BA33DC-65FF-C0F0-F984-4409DAF1F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 projektu: Budowa systemu klasyfikacji kierunku ruchu akcji NVIDIA (NVDA) przy użyciu metod zespołowych (</a:t>
            </a:r>
            <a:r>
              <a:rPr lang="pl-PL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l-PL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Wynik: Model przewidujący jedną z trzech klas (spadek, neutralny, wzrost) w horyzoncie 5 dni handlowych.</a:t>
            </a:r>
          </a:p>
          <a:p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Znaczenie: Narzędzie pozwala na obiektywne zarządzanie ryzykiem dzięki zastosowaniu metody etykietowania </a:t>
            </a:r>
            <a:r>
              <a:rPr lang="pl-PL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Triple</a:t>
            </a:r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Barrier</a:t>
            </a:r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Method, uwzględniającej progi Take Profit i Stop </a:t>
            </a:r>
            <a:r>
              <a:rPr lang="pl-PL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– Dodatkowo na licencjat będę chciał badać sentyment za pomocą </a:t>
            </a:r>
            <a:r>
              <a:rPr lang="pl-PL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FinBERT</a:t>
            </a:r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 jeszcze raz przetrenować modele wzbogacone o sentyment, natomiast to jest wciąż </a:t>
            </a:r>
            <a:r>
              <a:rPr lang="pl-PL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</a:t>
            </a:r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progres ;)</a:t>
            </a:r>
          </a:p>
        </p:txBody>
      </p:sp>
    </p:spTree>
    <p:extLst>
      <p:ext uri="{BB962C8B-B14F-4D97-AF65-F5344CB8AC3E}">
        <p14:creationId xmlns:p14="http://schemas.microsoft.com/office/powerpoint/2010/main" val="1352682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D19744-9A96-E9D6-4E8A-7707BDC2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EDA: </a:t>
            </a:r>
            <a:r>
              <a:rPr lang="pl-PL" dirty="0" err="1"/>
              <a:t>Exploratory</a:t>
            </a:r>
            <a:r>
              <a:rPr lang="pl-PL" dirty="0"/>
              <a:t> Data Analysis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BEBBEE9-C048-86F3-7FC7-E4F79141A2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3682752" cy="4525963"/>
          </a:xfrm>
        </p:spPr>
        <p:txBody>
          <a:bodyPr/>
          <a:lstStyle/>
          <a:p>
            <a:pPr marL="0" indent="0" algn="just">
              <a:buNone/>
            </a:pP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Pobieranie danych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Wykorzystano bibliotekę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yfinance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pobrania historycznych notowań spółki NVIDIA (NVDA).</a:t>
            </a:r>
          </a:p>
          <a:p>
            <a:pPr algn="just"/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Parametr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auto_adjust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=True: Zastosowano automatyczną korektę cen (Open, High,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Close) o zdarzenia korporacyjne.</a:t>
            </a:r>
          </a:p>
          <a:p>
            <a:pPr marL="0" indent="0" algn="just">
              <a:buNone/>
            </a:pP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Korekta o </a:t>
            </a:r>
            <a:r>
              <a:rPr lang="pl-PL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splity</a:t>
            </a: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 dywidendy: 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Funkcja ta eliminuje sztuczne luki cenowe powstałe w wyniku podziałów akcji (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splitów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oraz wypłat dywidend.</a:t>
            </a:r>
          </a:p>
          <a:p>
            <a:pPr marL="0" indent="0" algn="just">
              <a:buNone/>
            </a:pP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Znaczenie dla ML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Zapewnia to ciągłość danych, co jest niezbędne do poprawnego wyliczania wskaźników technicznych (np. RSI, MACD) oraz rzetelnego działania metody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Triple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Barrier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BE96A0-0CE5-2FC2-F46E-C0388AB48D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4283968" y="1844824"/>
            <a:ext cx="4837468" cy="39788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9502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D87A9-F882-5349-9411-8F40FB85F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0D0E40-D15A-8B02-FB9E-321E763DD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EDA: </a:t>
            </a:r>
            <a:r>
              <a:rPr lang="pl-PL" dirty="0" err="1"/>
              <a:t>Exploratory</a:t>
            </a:r>
            <a:r>
              <a:rPr lang="pl-PL" dirty="0"/>
              <a:t> Data Analysis</a:t>
            </a:r>
            <a:endParaRPr lang="pl-PL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49C1C28-8D62-F0C3-9B33-35D673F04C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 wrap="square" anchor="t">
            <a:noAutofit/>
          </a:bodyPr>
          <a:lstStyle/>
          <a:p>
            <a:pPr algn="just">
              <a:lnSpc>
                <a:spcPct val="90000"/>
              </a:lnSpc>
            </a:pP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Potrójny podział danych (Train / Val / Test): Dane nie zostały podzielone klasycznie (tylko na trening i test), lecz wydzielono dodatkowy zbiór walidacyjny.</a:t>
            </a:r>
          </a:p>
          <a:p>
            <a:pPr algn="just">
              <a:lnSpc>
                <a:spcPct val="90000"/>
              </a:lnSpc>
            </a:pP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Rola zbioru walidacyjnego (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Set): Jest on niezbędny do poprawnego działania biblioteki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Optuna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Model uczy się na danych treningowych, a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Optuna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sprawdza jakość dobranych parametrów na danych walidacyjnych, których model nie widział podczas nauki.</a:t>
            </a:r>
          </a:p>
          <a:p>
            <a:pPr algn="just">
              <a:lnSpc>
                <a:spcPct val="90000"/>
              </a:lnSpc>
            </a:pP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Eliminacja wycieku danych (Data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Leakage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Dzięki temu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Optuna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optymalizuje model pod dane "nieznane", co zapobiega sztucznemu zawyżaniu wyników.</a:t>
            </a:r>
          </a:p>
          <a:p>
            <a:pPr algn="just">
              <a:lnSpc>
                <a:spcPct val="90000"/>
              </a:lnSpc>
            </a:pP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Zbiór Testowy (Ostateczny): Zbiór testowy pozostał całkowicie nietknięty aż do samego końca procesu – służy wyłącznie do końcowej oceny modelu.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76DF99-635F-85A8-291B-E58CA7CD3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800" y="1600204"/>
            <a:ext cx="3643399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25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0E000-EFD8-F5EA-33B2-6DF8172CE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21ACCE-E1DC-5152-5173-668912636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EDA: </a:t>
            </a:r>
            <a:r>
              <a:rPr lang="pl-PL" dirty="0" err="1"/>
              <a:t>Exploratory</a:t>
            </a:r>
            <a:r>
              <a:rPr lang="pl-PL" dirty="0"/>
              <a:t> Data Analysis</a:t>
            </a:r>
            <a:endParaRPr lang="pl-P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E91B5E-EEEC-DA30-5F2B-97F42165ED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813"/>
          <a:stretch>
            <a:fillRect/>
          </a:stretch>
        </p:blipFill>
        <p:spPr>
          <a:xfrm>
            <a:off x="493205" y="2204864"/>
            <a:ext cx="8229600" cy="4525963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C5F91E-C24E-75DD-1E18-DD40A812DAA2}"/>
              </a:ext>
            </a:extLst>
          </p:cNvPr>
          <p:cNvSpPr txBox="1"/>
          <p:nvPr/>
        </p:nvSpPr>
        <p:spPr>
          <a:xfrm>
            <a:off x="611559" y="1417638"/>
            <a:ext cx="8229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Ponowne upewnienie się, że po stworzeniu Wskaźników Technicznych nie brakuje żadnych danych, oraz zwrócenie </a:t>
            </a:r>
            <a:r>
              <a:rPr lang="pl-PL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r>
              <a:rPr lang="pl-P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tabeli dla danych treningowych.</a:t>
            </a:r>
          </a:p>
        </p:txBody>
      </p:sp>
    </p:spTree>
    <p:extLst>
      <p:ext uri="{BB962C8B-B14F-4D97-AF65-F5344CB8AC3E}">
        <p14:creationId xmlns:p14="http://schemas.microsoft.com/office/powerpoint/2010/main" val="2299577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57AAC-4812-3580-653D-AAE3A1D1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791319-117E-8C38-C6F3-7FBB9681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pl-PL" kern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EDA: Exploratory Data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8526EC-C0BD-5DF3-3A25-0864DA16A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96075"/>
            <a:ext cx="4038600" cy="2534221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542B98-2875-EE91-FB3B-5A871A8D1BDA}"/>
              </a:ext>
            </a:extLst>
          </p:cNvPr>
          <p:cNvSpPr txBox="1"/>
          <p:nvPr/>
        </p:nvSpPr>
        <p:spPr bwMode="auto">
          <a:xfrm>
            <a:off x="4648200" y="1600204"/>
            <a:ext cx="4038600" cy="45259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l-P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Rozkład klasy Target (Y)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har char="•"/>
            </a:pPr>
            <a:endParaRPr lang="pl-PL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l-P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 pewno widać, że NVDA w tych latach głównie rosła (1 = Profit)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har char="•"/>
            </a:pPr>
            <a:endParaRPr lang="pl-PL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l-PL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Wyzwanie dla Modelu:</a:t>
            </a:r>
            <a:r>
              <a:rPr lang="pl-P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Taka nierównowaga klas sprawia, że model ma może mieć tendencję do częstszego przewidywania wzrostów.</a:t>
            </a:r>
          </a:p>
        </p:txBody>
      </p:sp>
    </p:spTree>
    <p:extLst>
      <p:ext uri="{BB962C8B-B14F-4D97-AF65-F5344CB8AC3E}">
        <p14:creationId xmlns:p14="http://schemas.microsoft.com/office/powerpoint/2010/main" val="3723142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7A99-76B5-5C41-0108-77FFE304A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531319-67CB-28BB-C1C1-4CFE03C8E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pl-PL" kern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EDA: Exploratory Data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D90B46-9429-BC9D-EB03-A561467E5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826" y="1417638"/>
            <a:ext cx="6463393" cy="496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79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B0620-FA6F-87D6-A8DE-15C9842A9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831E1C-5A8F-3871-5817-AC99F866B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pl-PL" kern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EDA: Exploratory Data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D4C59E-1337-024B-495A-4006224F1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484784"/>
            <a:ext cx="6446066" cy="514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72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177D8-B7F5-B8B5-C603-5E730CA1A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0E6D26A-F66B-149D-309E-43F9A302D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pl-PL" kern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EDA: Exploratory Data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3F8C34-A808-D9C2-7524-657FC619C7F7}"/>
              </a:ext>
            </a:extLst>
          </p:cNvPr>
          <p:cNvSpPr txBox="1"/>
          <p:nvPr/>
        </p:nvSpPr>
        <p:spPr>
          <a:xfrm>
            <a:off x="467544" y="1340768"/>
            <a:ext cx="842493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Dlaczego wykluczam cechy o korelacji &gt; 0.8?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 projekcie zastosowano analizę korelacji pomiędzy zmiennymi objaśniającymi w zbiorze treningowym. Cechy, dla których wartość bezwzględna współczynnika korelacji Pearsona przekracza 0.8, zostały usunięte z dalszej analizy.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Uzasadnienie metodologiczne: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Usunięcie silnie skorelowanych cech ma na celu ograniczenie zjawiska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wielokolinearności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(ang.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multicollinearity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które występuje wtedy, gdy dwie lub więcej zmiennych dostarcza bardzo podobnej informacji.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Wysoka korelacja pomiędzy cechami może prowadzić do: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nadmiarowości informacji - model „widzi” to samo kilka razy,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niestabilności estymacji parametrów (szczególnie w modelach liniowych),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pogorszenia interpretowalności modelu, ponieważ trudniej jednoznacznie ocenić wpływ pojedynczej zmiennej,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zwiększonego ryzyka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overfittingu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zwłaszcza przy ograniczonej liczbie obserwacji.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Dlaczego próg 0.8 - w kontekście danych giełdowych?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Próg |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 &gt; 0.8 jest powszechnie stosowanym heurystycznym kryterium w analizie danych i inżynierii cech i oznacza bardzo silną zależność liniową pomiędzy zmiennymi. W przypadku danych giełdowych wybór takiego progu jest szczególnie uzasadniony ze względu na ich specyfikę.</a:t>
            </a:r>
          </a:p>
        </p:txBody>
      </p:sp>
    </p:spTree>
    <p:extLst>
      <p:ext uri="{BB962C8B-B14F-4D97-AF65-F5344CB8AC3E}">
        <p14:creationId xmlns:p14="http://schemas.microsoft.com/office/powerpoint/2010/main" val="4041043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41BB-410C-FF7F-9E0F-89290E13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CF5D798-D9CE-A716-38B1-B6E8ABD7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pl-PL" kern="1200"/>
              <a:t>EDA: Exploratory Data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E58BCF-3B92-8F4B-64F1-2FABCC3BC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19" y="1797493"/>
            <a:ext cx="5355276" cy="3748690"/>
          </a:xfrm>
          <a:prstGeom prst="rect">
            <a:avLst/>
          </a:prstGeom>
          <a:noFill/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6927F88-632C-9858-32D0-8F696D459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8144" y="1600204"/>
            <a:ext cx="3024336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W procesie inżynierii cech wykorzystano algorytm Mutual Information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aby wyłonić podzbiór danych o najwyższym potencjale predykcyjnym. Pozwoliło to na redukcję wymiarowości modelu z wersji V1 (Full) do zoptymalizowanej wersji V2 (Smart), co powinno zredukować ryzyko przeuczenia modelu na szumie rynkowym.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D4B66-6D09-12E4-2249-789E48050FB0}"/>
              </a:ext>
            </a:extLst>
          </p:cNvPr>
          <p:cNvSpPr txBox="1"/>
          <p:nvPr/>
        </p:nvSpPr>
        <p:spPr>
          <a:xfrm>
            <a:off x="467544" y="1340768"/>
            <a:ext cx="8424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l-PL" sz="1200" dirty="0"/>
          </a:p>
        </p:txBody>
      </p:sp>
    </p:spTree>
    <p:extLst>
      <p:ext uri="{BB962C8B-B14F-4D97-AF65-F5344CB8AC3E}">
        <p14:creationId xmlns:p14="http://schemas.microsoft.com/office/powerpoint/2010/main" val="843854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26C9-B46B-21CD-8190-6A6469CD2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B053E4A-EAEA-7456-3485-2C729ED2C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pl-PL" kern="1200"/>
              <a:t>EDA: Exploratory Data Analysis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C186F7-4612-FFC3-7B78-A11A2D9DB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9198" y="2647584"/>
            <a:ext cx="3207298" cy="2077560"/>
          </a:xfrm>
        </p:spPr>
        <p:txBody>
          <a:bodyPr/>
          <a:lstStyle/>
          <a:p>
            <a:pPr marL="0" indent="0" algn="just">
              <a:buNone/>
            </a:pPr>
            <a:r>
              <a:rPr 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 ramach EDA przygotowałem dwa warianty danych: V1 (bazowy) oparty na korelacji oraz V2 (zoptymalizowany), w którym usunąłem cechy o niskiej wartości informacyjnej (Mutual Information).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8D78B7-6D8E-7DB9-F0B3-21BE5042BFA1}"/>
              </a:ext>
            </a:extLst>
          </p:cNvPr>
          <p:cNvSpPr txBox="1"/>
          <p:nvPr/>
        </p:nvSpPr>
        <p:spPr>
          <a:xfrm>
            <a:off x="467544" y="1340768"/>
            <a:ext cx="8424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l-PL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C07D74-8DE4-24BF-0D4E-C8F46ADD6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52" y="1452324"/>
            <a:ext cx="4934639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306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67A0F-17C6-3F8E-AF84-8097BBC42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A5E95BC-F24C-1846-348C-4FEC00DAC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pl-PL" kern="1200"/>
              <a:t>EDA: Exploratory Data Analysis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0C5AEC2-BC46-4010-3D84-8CDB0152A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8144" y="1600204"/>
            <a:ext cx="3096344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 wykres pokazuje, że prawdopodobieństwo profitu nie zależy liniowo od RSI ani ER, ale od ich interakcji.</a:t>
            </a:r>
          </a:p>
          <a:p>
            <a:pPr marL="0" indent="0" algn="just">
              <a:buNone/>
            </a:pP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Gdyby rynek był całkowicie losowy:</a:t>
            </a:r>
          </a:p>
          <a:p>
            <a:pPr marL="0" indent="0" algn="just">
              <a:buNone/>
            </a:pP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wszystkie komórki miałyby ~50%</a:t>
            </a:r>
          </a:p>
          <a:p>
            <a:pPr marL="0" indent="0" algn="just">
              <a:buNone/>
            </a:pP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tu widzimy:</a:t>
            </a:r>
          </a:p>
          <a:p>
            <a:pPr algn="just"/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66.7% (RSI &lt; 30 + czysty trend)</a:t>
            </a:r>
          </a:p>
          <a:p>
            <a:pPr algn="just"/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0–16% (RSI &gt; 70 + szum)</a:t>
            </a:r>
          </a:p>
          <a:p>
            <a:pPr marL="0" indent="0" algn="just">
              <a:buNone/>
            </a:pP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oznacza, że istnieją lokalne obszary przewagi statystycznej</a:t>
            </a:r>
          </a:p>
          <a:p>
            <a:pPr marL="0" indent="0" algn="just">
              <a:buNone/>
            </a:pP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ML może nauczyć się:</a:t>
            </a:r>
          </a:p>
          <a:p>
            <a:pPr marL="0" indent="0" algn="just">
              <a:buNone/>
            </a:pP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kiedy warto ufać sygnałowi</a:t>
            </a:r>
          </a:p>
          <a:p>
            <a:pPr algn="just"/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kiedy go ignorować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C4EF2-A627-F3A8-C1E7-F779D36165E2}"/>
              </a:ext>
            </a:extLst>
          </p:cNvPr>
          <p:cNvSpPr txBox="1"/>
          <p:nvPr/>
        </p:nvSpPr>
        <p:spPr>
          <a:xfrm>
            <a:off x="467544" y="1340768"/>
            <a:ext cx="8424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l-PL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86B1B9-B925-3284-DC95-9C83D3B8E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" y="1928519"/>
            <a:ext cx="5868219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4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BC1F9-7B30-2538-C959-37C86AE7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36039D0-0B7E-056B-B3CE-1184716F1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pl-PL" kern="1200"/>
              <a:t>EDA: Exploratory Data Analysis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32537553-E51F-00E6-D3E3-A5BFE3C6E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8024" y="1600204"/>
            <a:ext cx="4248472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 autokorelacji zmiennej docelowej wskazuje na istnienie krótkoterminowej zależności dla opóźnień rzędu 1–2, która jednak szybko zanika. Oznacza to, że target nie wykazuje długiej pamięci czasowej i nie może być skutecznie prognozowany wyłącznie na podstawie swojej historii. W konsekwencji potencjalna przewaga predykcyjna modelu musi wynikać z informacji zawartej w cechach opisujących stan rynku, a nie z samej struktury zmiennej docelowej.</a:t>
            </a:r>
          </a:p>
          <a:p>
            <a:pPr marL="0" indent="0" algn="just">
              <a:buNone/>
            </a:pPr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 stabilności stóp zwrotu w czasie wskazuje na brak stałej średniej oraz wyraźne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klastrowanie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zmienności, co jest charakterystyczne dla danych giełdowych. Zjawisko to oznacza, że relacje pomiędzy cechami a zmienną docelową mogą zmieniać się w czasie. W takim środowisku modele uczenia maszynowego muszą opierać się na cechach względnych i kontekstowych, które są bardziej odporne na zmiany reżimów rynkowych niż surowe wartości zwrotów.</a:t>
            </a:r>
          </a:p>
          <a:p>
            <a:pPr marL="0" indent="0" algn="just">
              <a:buNone/>
            </a:pPr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nie uczy się przewidywać przyszłych zwrotów, lecz identyfikować krótkookresowe struktury zależności występujące w niestacjonarnym i zaszumionym środowisku rynkowym.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D9F25-9201-2567-84AE-0FAF6776764C}"/>
              </a:ext>
            </a:extLst>
          </p:cNvPr>
          <p:cNvSpPr txBox="1"/>
          <p:nvPr/>
        </p:nvSpPr>
        <p:spPr>
          <a:xfrm>
            <a:off x="467544" y="1340768"/>
            <a:ext cx="8424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l-PL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3FA58C-847D-D04F-2849-BCAE88A4A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880734"/>
            <a:ext cx="4608512" cy="398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329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42A843-97E5-0ED3-02E7-D0535B6E6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Ocena wyników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4FA1E04-69A6-2C6B-4DC0-178979D84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AutoNum type="arabicPeriod"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Precyzja (Precision)</a:t>
            </a: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Określa, jaką część wskazań modelu dla danej klasy stanowiły trafienia rzeczywiste.</a:t>
            </a: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Wzór: </a:t>
            </a: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tp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fp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</a:t>
            </a: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 kontekście NVDA: Jeśli model wskazał sygnał zakupu (klasa 1) z precyzją 0.37, oznacza to, że 37% tych rekomendacji faktycznie zakończyło się wzrostem ceny.</a:t>
            </a: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Źródło: 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Precision and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recall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 - Wikipedia</a:t>
            </a: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94C22D-49DD-0442-3960-F7E48D181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2708920"/>
            <a:ext cx="1650838" cy="49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512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C9522-6BC8-EA69-B938-A23122F90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3658CE-8696-519C-F766-7286E8EAD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Ocena wyników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9FFCBEF-2C9E-CE24-8F29-2EE0B43A0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  Pełność / Czułość (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Mierzy zdolność modelu do wykrycia wszystkich rzeczywistych przypadków danej klasy.</a:t>
            </a: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Wzór: </a:t>
            </a: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tp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fn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negatives</a:t>
            </a: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 kontekście NVDA</a:t>
            </a:r>
            <a:r>
              <a:rPr lang="pl-PL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Jeśli dla klasy wzrostowej (1) model osiągnął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 poziomie 0.44 - 0.45, to oznacza, że wychwycił blisko połowę wszystkich okazji do zarobku na rynku.</a:t>
            </a: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Źródło: 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Precision and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recall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 - Wikipedia</a:t>
            </a: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614C21-CB00-D922-6001-2F2DCA65C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751510"/>
            <a:ext cx="2008276" cy="67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62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ACF2E-87A8-9C96-3383-41944740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E29336-1404-8B76-666D-CC9F85A4F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Ocena wyników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4F0909-B9EC-E518-B319-FB9A7DC71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AutoNum type="arabicPeriod" startAt="3"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F1-Score </a:t>
            </a: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Średnia harmoniczna precyzji i pełności. Jest to miara zbalansowana, szczególnie przydatna, gdy zależy nam na uniknięciu zarówno błędów typu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jak i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Negative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Wzór: </a:t>
            </a: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 Precision lub sam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mogą oszukiwać. Model mógłby zawsze przewidywać "wzrost" i mieć świetny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ale zerową Precision. F1-Score wyciąga z nich średnią, więc jeśli jeden z tych parametrów jest niski, F1-Score drastycznie spadnie.</a:t>
            </a: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Każdy model optymalizowałem pod względem maksymalizacji F1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Źródło: 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F-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score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 - Wikipedia</a:t>
            </a: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E7E81-A964-5D49-2EAE-CD7FA08E6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7" y="2996952"/>
            <a:ext cx="6256911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96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5B0E3-6410-D46A-697A-DAEDE6481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292E39-2ADD-219C-C76C-879E52AE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Ocena wyników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D184EE3-E7F1-8FA5-D884-98C2398BE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 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(Ogólna trafność) </a:t>
            </a: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Najprostsza miara, która mówi nam: "ile razy na 100 model trafił w dziesiątkę?".</a:t>
            </a: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Pozwala błyskawicznie ocenić, czy model w ogóle czegokolwiek się nauczył, czy równie dobrze moglibyśmy rzucać monetą.</a:t>
            </a: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Wzór: </a:t>
            </a: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Przy 3 klasach (spadek, brak zmian, wzrost), wynik </a:t>
            </a:r>
            <a:r>
              <a:rPr lang="pl-PL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powyżej 33%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oznacza, że model radzi sobie lepiej niż czysty przypadek (statystyczne zgadywanie).</a:t>
            </a:r>
          </a:p>
          <a:p>
            <a:pPr marL="0" indent="0" algn="just">
              <a:buNone/>
            </a:pP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Jeśli jednak na treningu jest 100%, a na teście 35%, to znak, że model jest "prymusem", który wykuł dane na pamięć, ale nie rozumie rynku. (tzw.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overfitting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 algn="just">
              <a:buNone/>
            </a:pP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Źródło: 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Precision and </a:t>
            </a:r>
            <a:r>
              <a:rPr lang="pl-PL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recall</a:t>
            </a:r>
            <a:r>
              <a:rPr lang="pl-PL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 - Wikipedia</a:t>
            </a:r>
            <a:endParaRPr lang="pl-P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DBFAA9-F5B3-095D-8511-7D82D4AC4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118718"/>
            <a:ext cx="4248472" cy="62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871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4AC23-6C54-3C9A-ED02-C1583C22A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1D6B69-9FFF-3DB8-7C46-BE7C10CEB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Opis zastosowanych metod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02C6D8B-929D-479B-8642-32E927926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UcPeriod"/>
            </a:pPr>
            <a:r>
              <a:rPr lang="pl-PL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pl-P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r>
              <a:rPr lang="pl-P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(las losowy)</a:t>
            </a:r>
          </a:p>
          <a:p>
            <a:pPr marL="0" indent="0">
              <a:buNone/>
            </a:pPr>
            <a:r>
              <a:rPr lang="pl-P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Jak działa? Tworzy setki niezależnych drzew decyzyjnych na różnych fragmentach danych (</a:t>
            </a:r>
            <a:r>
              <a:rPr lang="pl-PL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bagging</a:t>
            </a:r>
            <a:r>
              <a:rPr lang="pl-P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i uśrednia ich wynik.</a:t>
            </a:r>
          </a:p>
          <a:p>
            <a:pPr marL="457200" indent="-457200">
              <a:buAutoNum type="alphaUcPeriod"/>
            </a:pPr>
            <a:endParaRPr lang="pl-PL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pl-P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Dlaczego? Dzięki mechanizmowi uśredniania, RF świetnie radzi sobie z ogromnym szumem informacyjnym na giełdzie. Jest bardzo stabilny - trudno go "oszukać" pojedynczą anomalią cenową.</a:t>
            </a:r>
          </a:p>
          <a:p>
            <a:pPr marL="0" indent="0">
              <a:buNone/>
            </a:pPr>
            <a:endParaRPr lang="pl-PL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pl-P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Źródło: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Random Forest Algorithm in Machine Learning -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GeeksforGeeks</a:t>
            </a:r>
            <a:endParaRPr lang="pl-PL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465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E9BD8-A705-E59D-CB50-074F3EEB0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83AC95-EE27-C660-AEDE-260B6BBCB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Opis zastosowanych metod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C4CF76E-F992-1364-71CB-CB3A86736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 </a:t>
            </a:r>
            <a:r>
              <a:rPr lang="pl-PL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(Extreme Gradient </a:t>
            </a:r>
            <a:r>
              <a:rPr lang="pl-PL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Boosting</a:t>
            </a:r>
            <a:r>
              <a:rPr lang="pl-P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pl-P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Jak działa? Drzewa budowane są sekwencyjnie. Każde kolejne drzewo "poprawia błędy" swoich poprzedników, skupiając się na najtrudniejszych przypadkach.</a:t>
            </a:r>
          </a:p>
          <a:p>
            <a:pPr marL="0" indent="0">
              <a:buNone/>
            </a:pPr>
            <a:endParaRPr lang="pl-PL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pl-P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Dlaczego? To obecnie jeden z najpotężniejszych algorytmów dla danych tabelarycznych. Pozwala na bardzo precyzyjne dopasowanie do subtelnych trendów, które las losowy mógłby przeoczyć.</a:t>
            </a:r>
          </a:p>
          <a:p>
            <a:pPr marL="0" indent="0">
              <a:buNone/>
            </a:pPr>
            <a:endParaRPr lang="pl-PL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pl-P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Źródło: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Implementation of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XGBoost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 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eXtreme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 Gradient Boosting) -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GeeksforGeeks</a:t>
            </a:r>
            <a:endParaRPr lang="pl-PL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654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63AD57A-BAFE-C495-34D6-2115B607E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Eksperyment 1: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27FA6E5-B1A1-017F-0DBF-CE32308C8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Wybór Architektury 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Bagging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vs.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Boosting</a:t>
            </a: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Cel: 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Porównanie dwóch różnych podejść do uczenia zespołowego na danych spółki NVIDIA.</a:t>
            </a:r>
          </a:p>
          <a:p>
            <a:pPr marL="0" indent="0" algn="just">
              <a:buNone/>
            </a:pP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Metody: 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Porównano </a:t>
            </a:r>
            <a:r>
              <a:rPr lang="pl-PL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(niezależne drzewa - stabilność) z </a:t>
            </a:r>
            <a:r>
              <a:rPr lang="pl-PL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(sekwencyjna optymalizacja błędów - precyzja).</a:t>
            </a:r>
          </a:p>
          <a:p>
            <a:pPr marL="0" indent="0" algn="just">
              <a:buNone/>
            </a:pP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Wniosek: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(Zwycięzca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Osiągnął wynik 42%, jednak analiza raportu klasyfikacji wykazała tzw.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Bias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Model bardzo dobrze radzi sobie z wykrywaniem wzrostów (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0.86), ale niemal całkowicie ignoruje sygnały spadkowe (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0.02).</a:t>
            </a:r>
          </a:p>
          <a:p>
            <a:pPr marL="0" indent="0" algn="just">
              <a:buNone/>
            </a:pP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(Zwycięzca Generalizacji): Mimo niższego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(35%), uzyskał lepszy parametr F1-Score Macro (0.35). Model ten jest bardziej użyteczny rynkowo, ponieważ wykazuje zdolność do identyfikacji wszystkich trzech stanów rynku (wzrost, spadek, neutralny).</a:t>
            </a:r>
          </a:p>
          <a:p>
            <a:pPr marL="0" indent="0" algn="just">
              <a:buNone/>
            </a:pP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Werdykt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Wybieramy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jako bazę do dalszego rozwoju (dalsza część projektu  to dodanie sentymentu do modelu, natomiast na pewno sprawdzę ponownie oba modele). W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tradingu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giełdowym ważniejsze od trafności ogólnej jest unikanie błędów typu "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przy trendach spadkowych, co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realizuje znacznie lepiej.</a:t>
            </a:r>
          </a:p>
        </p:txBody>
      </p:sp>
    </p:spTree>
    <p:extLst>
      <p:ext uri="{BB962C8B-B14F-4D97-AF65-F5344CB8AC3E}">
        <p14:creationId xmlns:p14="http://schemas.microsoft.com/office/powerpoint/2010/main" val="4270523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46A39-819C-3127-EB7D-45BF74533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6C6DC09-F296-E3B8-28F0-39305B8B7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Eksperyment 2: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F6CD6FA-CA02-EB1B-CB26-49D848C14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Optymalizacja Cech (V1 Full vs. V2 Smart)</a:t>
            </a:r>
          </a:p>
          <a:p>
            <a:pPr marL="0" indent="0" algn="just">
              <a:buNone/>
            </a:pPr>
            <a:endParaRPr lang="pl-PL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Cel: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Redukcja szumu rynkowego poprzez selekcję zmiennych.</a:t>
            </a:r>
          </a:p>
          <a:p>
            <a:pPr marL="0" indent="0" algn="just">
              <a:buNone/>
            </a:pPr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Metody:</a:t>
            </a:r>
          </a:p>
          <a:p>
            <a:pPr algn="just"/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V1 (</a:t>
            </a:r>
            <a:r>
              <a:rPr lang="pl-PL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</a:t>
            </a: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Pełny zestaw wskaźników technicznych (np. RSI, MACD, SMA z TA-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gdzie uwzględniono rygor korelacja &lt;80</a:t>
            </a:r>
          </a:p>
          <a:p>
            <a:pPr algn="just"/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V2 (Smart </a:t>
            </a:r>
            <a:r>
              <a:rPr lang="pl-PL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Tak samo jak V1, ale usunięto cechy: </a:t>
            </a:r>
          </a:p>
          <a:p>
            <a:pPr algn="just"/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pl-P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pl-PL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Wnioski:</a:t>
            </a:r>
          </a:p>
          <a:p>
            <a:pPr algn="just"/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Brak znaczącej poprawy w V2: Redukcja cech nie przyniosła skoku jakościowego.</a:t>
            </a:r>
          </a:p>
          <a:p>
            <a:pPr algn="just"/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Przewaga V1: Model posiadający pełniejszy zestaw danych (V1) osiągnął minimalnie lepsze wyniki (wyższy F1-score).</a:t>
            </a:r>
          </a:p>
          <a:p>
            <a:pPr marL="0" indent="0" algn="just">
              <a:buNone/>
            </a:pPr>
            <a:r>
              <a:rPr lang="pl-P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Interpretacja: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Algorytmy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oraz </a:t>
            </a:r>
            <a:r>
              <a:rPr lang="pl-PL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wykazały dużą odporność na szum. Potrafiły one samodzielnie zidentyfikować "słabe sygnały" w szerszym zbiorze danych (V1), które po usunięciu w wersji V2 pozbawiły model części informacji o kontekście rynkowym.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8A75F-584F-726A-36EE-6C1B6A85E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372" y="3789040"/>
            <a:ext cx="3607255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094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12EEA-2C71-573E-C284-A483CA97B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F843DD-B9EA-FE8D-5F1F-4B240AE6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Eksperyment 3: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7301F-6599-881B-5387-16CBF4965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/>
          <a:lstStyle/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Precyzyjne dostrojenie architektury do danych finansowych</a:t>
            </a:r>
          </a:p>
          <a:p>
            <a:pPr marL="0" indent="0" algn="just">
              <a:buNone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Wykorzystałem Optymalizację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Bayesowską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TPESampler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aby w inteligentny sposób przeszukać przestrzeń parametrów, maksymalizując metrykę F1-Score Macro.</a:t>
            </a:r>
          </a:p>
          <a:p>
            <a:pPr marL="0" indent="0" algn="just">
              <a:buNone/>
            </a:pPr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Metodologia: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Rygorystyczna Walidacja</a:t>
            </a: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 kodzie zaimplementowano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TimeSeriesSplit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n_splits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=3). Oznacza to, że każda konfiguracja parametrów była sprawdzana na trzech różnych "oknach" czasowych. Zapobiega to przeuczeniu modelu do jednego konkretnego okresu rynkowego.</a:t>
            </a:r>
          </a:p>
          <a:p>
            <a:pPr marL="0" indent="0" algn="just">
              <a:buNone/>
            </a:pPr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Zróżnicowane Strategie Strojenia:</a:t>
            </a:r>
          </a:p>
          <a:p>
            <a:pPr marL="0" indent="0" algn="just">
              <a:buNone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pl-PL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(Filtracja Szumu)</a:t>
            </a: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Kluczowe parametry: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min_samples_leaf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(50-150) oraz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max_samples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(0.5-0.9).</a:t>
            </a: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Logika: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Narzuciłem modelowi wymóg dużej liczby próbek w liściu, co wymusza ignorowanie rynkowych anomalii i skupienie się na trendach potwierdzonych statystycznie.</a:t>
            </a:r>
          </a:p>
          <a:p>
            <a:pPr marL="0" indent="0" algn="just">
              <a:buNone/>
            </a:pPr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pl-PL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(Głęboka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Regularyzacja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Kluczowe parametry: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learning_rate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(logarytmicznie 0.005-0.1) oraz kary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reg_alpha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reg_lambda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Logika: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Wykorzystałem bardzo powolne tempo uczenia i matematyczne kary (L1/L2) za złożoność drzew. Dzięki temu model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staje się "ostrożnym analitykiem", który nie wyciąga pochopnych wniosków z chwilowych wahań kursu.</a:t>
            </a:r>
          </a:p>
          <a:p>
            <a:pPr marL="0" indent="0" algn="just">
              <a:buNone/>
            </a:pPr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Skala Eksperymentów:</a:t>
            </a: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Wykonano 100 niezależnych prób (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trials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dla każdej wersji modelu (V1/V2).</a:t>
            </a:r>
          </a:p>
          <a:p>
            <a:pPr marL="0" indent="0" algn="just">
              <a:buNone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Podejście to pozwoliło na znalezienie parametrów, które uogólniają zasady rynkowe (Generalizacja), zamiast uczyć się historii na pamięć (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Overfitting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941724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5535D-9952-B4D9-165E-EB5B678D2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99A32F0-7D95-6B55-87D1-53345E9CF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Eksperyment 4: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DF56D46-875C-9E4D-F9CC-8057C2088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/>
          <a:lstStyle/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Cel: Eliminacja zjawiska „</a:t>
            </a:r>
            <a:r>
              <a:rPr lang="pl-PL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Look</a:t>
            </a: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-Ahead </a:t>
            </a:r>
            <a:r>
              <a:rPr lang="pl-PL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Bias</a:t>
            </a: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 marL="0" indent="0" algn="just">
              <a:buNone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 przeciwieństwie do standardowych danych, w szeregach czasowych nie można losowo wybierać próbek do testów. Zastosowałem metodę walidacji kroczącej, aby upewnić się, że model nigdy nie uczy się na danych z przyszłości, próbując przewidzieć przeszłość.</a:t>
            </a:r>
          </a:p>
          <a:p>
            <a:pPr marL="0" indent="0" algn="just">
              <a:buNone/>
            </a:pPr>
            <a:endParaRPr lang="pl-PL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Metodyka: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TimeSeriesSplit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n_splits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=3)</a:t>
            </a:r>
          </a:p>
          <a:p>
            <a:pPr marL="0" indent="0" algn="just">
              <a:buNone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Zrezygnowałem z klasycznej walidacji krzyżowej (K-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Fold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na rzecz rygorystycznego podziału chronologicznego:</a:t>
            </a:r>
          </a:p>
          <a:p>
            <a:pPr marL="0" indent="0" algn="just">
              <a:buNone/>
            </a:pPr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Podział danych: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Zbiór treningowy był sukcesywnie powiększany, a zbiór walidacyjny zawsze następował po nim w czasie.</a:t>
            </a:r>
          </a:p>
          <a:p>
            <a:pPr marL="0" indent="0" algn="just">
              <a:buNone/>
            </a:pPr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Dla każdej konfiguracji parametrów w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Optunie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model musiał sprawdzić się na 3 różnych oknach czasowych.</a:t>
            </a:r>
          </a:p>
          <a:p>
            <a:pPr marL="0" indent="0" algn="just">
              <a:buNone/>
            </a:pPr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Agregacja: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Ostateczny wynik modelu (F1-score) to średnia z tych trzech niezależnych testów, co daje znacznie bardziej wiarygodną ocenę niż pojedynczy test.</a:t>
            </a:r>
          </a:p>
          <a:p>
            <a:pPr marL="0" indent="0" algn="just">
              <a:buNone/>
            </a:pPr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Dlaczego to było kluczowe?</a:t>
            </a: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Realizm: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Symuluje to rzeczywisty proces inwestycyjny, gdzie dysponujemy danymi do dnia dzisiejszego i prognozujemy jutro.</a:t>
            </a:r>
          </a:p>
          <a:p>
            <a:pPr marL="0" indent="0" algn="just">
              <a:buNone/>
            </a:pPr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Odporność na dryf danych: Pozwoliło mi to sprawdzić, czy model zachowuje stabilność w różnych okresach zmienności spółki NVIDIA (hossy, korekty).</a:t>
            </a:r>
          </a:p>
          <a:p>
            <a:pPr marL="0" indent="0" algn="just">
              <a:buNone/>
            </a:pPr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Wiarygodność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Dzięki temu podejściu mam pewność, że wyniki (nawet jeśli są niższe niż w klasycznym ML) nie są efektem "oszukiwania" modelu poprzez wyciek danych.</a:t>
            </a:r>
          </a:p>
        </p:txBody>
      </p:sp>
    </p:spTree>
    <p:extLst>
      <p:ext uri="{BB962C8B-B14F-4D97-AF65-F5344CB8AC3E}">
        <p14:creationId xmlns:p14="http://schemas.microsoft.com/office/powerpoint/2010/main" val="4029563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3F105-7B91-01D9-978B-6DCBD81A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898BC9-8B86-DEC9-3EBA-60FDBA57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Analiza wyników dla </a:t>
            </a:r>
            <a:r>
              <a:rPr lang="pl-PL" dirty="0" err="1"/>
              <a:t>XGBoost</a:t>
            </a:r>
            <a:endParaRPr lang="pl-P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B4E7F8-520E-B5C1-5FA8-5D8F013BBF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4" r="1" b="1"/>
          <a:stretch>
            <a:fillRect/>
          </a:stretch>
        </p:blipFill>
        <p:spPr>
          <a:xfrm>
            <a:off x="457200" y="1600204"/>
            <a:ext cx="4038600" cy="4525963"/>
          </a:xfrm>
          <a:prstGeom prst="rect">
            <a:avLst/>
          </a:prstGeom>
          <a:noFill/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8DC0F8E-347C-AAE7-9E1D-0CBBF3917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40768"/>
            <a:ext cx="4038600" cy="5517232"/>
          </a:xfrm>
        </p:spPr>
        <p:txBody>
          <a:bodyPr wrap="square" anchor="t">
            <a:no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Oba modele (V1 i V2) cierpią na tzw. High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Variance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Overfitting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Widać to po ogromnym rozjeździe między krzywą treningową a walidacyjną. Model "nauczył się danych treningowych na pamięć", ale zupełnie nie radzi sobie z przewidywaniem nowych danych.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to oznacza? Model jest "za potężny" lub zbyt słabo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uregularyzowany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 stosunku do jakości danych. Zamiast szukać ogólnych trendów rynkowych, model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wychwycił przypadkowe korelacje (szum), które nie powtarzają się w zbiorze walidacyjnym.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(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Overfitting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W wersji V1 luka wynosi aż 0.6357. To bardzo wysoki wynik, który dyskwalifikuje model z użycia realnego – pokazuje on, że skuteczność na danych historycznych (treningu) jest złudna.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Porównanie V1 (Full) vs V2 (Smart)</a:t>
            </a:r>
          </a:p>
          <a:p>
            <a:pPr marL="0" indent="0" algn="just">
              <a:buNone/>
            </a:pP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Mimo że na danych testowych model V1 osiąga wyższe wyniki (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0.36), to analiza sposobu uczenia wskazuje, że wersja V2 jest stabilniejszym fundamentem.</a:t>
            </a:r>
          </a:p>
          <a:p>
            <a:pPr marL="0" indent="0" algn="just"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V1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(Full): Osiąga niemal perfekcyjny wynik na treningu (0.9845). Oznacza to, że model zapamiętał konkretne daty i sytuacje z przeszłości. Choć na zbiorze testowym dowozi wynik 0.36, istnieje ryzyko, że przy zmianie zmienności rynku model ten najszybciej straci swoją skuteczność.</a:t>
            </a:r>
          </a:p>
          <a:p>
            <a:pPr marL="0" indent="0" algn="just"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V2 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(Smart): Dzięki redukcji cech, model stał się "skromniejszy" i bardziej odporny. Spadek wyniku treningowego z 0.98 na 0.76 jest tutaj ogromnym sukcesem. Pokazuje, że usunęliśmy zbędne dane, które mąciły w głowie algorytmowi. Fakt, że mimo mniejszej wiedzy o historii, model wciąż utrzymuje solidne wyniki na walidacji, świadczy o jego lepszej zdolności do generalizacji.</a:t>
            </a:r>
          </a:p>
        </p:txBody>
      </p:sp>
    </p:spTree>
    <p:extLst>
      <p:ext uri="{BB962C8B-B14F-4D97-AF65-F5344CB8AC3E}">
        <p14:creationId xmlns:p14="http://schemas.microsoft.com/office/powerpoint/2010/main" val="1211336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AD89A-143C-C041-337F-FA401DC68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7C8451-6A3F-9980-CDF3-9C1F4BB6C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wrap="square" anchor="ctr">
            <a:normAutofit fontScale="90000"/>
          </a:bodyPr>
          <a:lstStyle/>
          <a:p>
            <a:r>
              <a:rPr lang="pl-PL" dirty="0"/>
              <a:t>Analiza wyników dla </a:t>
            </a:r>
            <a:r>
              <a:rPr lang="pl-PL" dirty="0" err="1"/>
              <a:t>RandomForest</a:t>
            </a:r>
            <a:endParaRPr lang="pl-PL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D9F97BD1-D28F-3B2C-64E4-A9808DA39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 wrap="square" anchor="t">
            <a:normAutofit fontScale="77500" lnSpcReduction="20000"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pl-P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Oba modele (V1 i V2) cierpią na tzw. High </a:t>
            </a:r>
            <a:r>
              <a:rPr lang="pl-PL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Bias</a:t>
            </a:r>
            <a:r>
              <a:rPr lang="pl-P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Widać to po tym, że zarówno krzywa treningowa, jak i walidacyjna zatrzymują się na bardzo niskim poziomie celności (poniżej 0.5).</a:t>
            </a:r>
          </a:p>
          <a:p>
            <a:pPr algn="just">
              <a:lnSpc>
                <a:spcPct val="90000"/>
              </a:lnSpc>
            </a:pPr>
            <a:endParaRPr lang="pl-PL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pl-P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to oznacza: Model jest "za prosty" na te dane lub same cechy (</a:t>
            </a:r>
            <a:r>
              <a:rPr lang="pl-PL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</a:t>
            </a:r>
            <a:r>
              <a:rPr lang="pl-P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nie mają wystarczającej mocy predykcyjnej, by wyłapać sygnał z rynkowego szumu.</a:t>
            </a:r>
          </a:p>
          <a:p>
            <a:pPr algn="just">
              <a:lnSpc>
                <a:spcPct val="90000"/>
              </a:lnSpc>
            </a:pPr>
            <a:endParaRPr lang="pl-PL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pl-P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(</a:t>
            </a:r>
            <a:r>
              <a:rPr lang="pl-PL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Overfitting</a:t>
            </a:r>
            <a:r>
              <a:rPr lang="pl-P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Luka między treningiem a walidacją wynosi około 0.08 - 0.09. To relatywnie mało, co sugeruje, że </a:t>
            </a:r>
            <a:r>
              <a:rPr lang="pl-PL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overfitting</a:t>
            </a:r>
            <a:r>
              <a:rPr lang="pl-P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nie jest Twoim głównym problemem – problemem jest to, że model w ogóle ma trudności z "nauczeniem się" wzorców.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pl-PL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Porównanie V1 (Full) vs V2 (Smart)</a:t>
            </a:r>
          </a:p>
          <a:p>
            <a:pPr marL="0" indent="0" algn="just">
              <a:buNone/>
            </a:pPr>
            <a:r>
              <a:rPr lang="pl-P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Wykresy są do siebie uderzająco podobne, co sugeruje, że zmiany wprowadzone w wersji "Smart" nie wpłynęły znacząco na zdolność generalizacji modelu.</a:t>
            </a:r>
          </a:p>
          <a:p>
            <a:pPr marL="0" indent="0" algn="just">
              <a:buNone/>
            </a:pPr>
            <a:endParaRPr lang="pl-PL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V1 </a:t>
            </a:r>
            <a:r>
              <a:rPr lang="pl-P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(Full): Osiąga nieco wyższy wynik końcowy na treningu (0.4798) kosztem minimalnie większej luki.</a:t>
            </a:r>
          </a:p>
          <a:p>
            <a:pPr marL="0" indent="0" algn="just">
              <a:buNone/>
            </a:pPr>
            <a:endParaRPr lang="pl-PL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V2 </a:t>
            </a:r>
            <a:r>
              <a:rPr lang="pl-PL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(Smart): Wynik treningowy spadł (0.4544), a walidacyjny jest taki sam. Zmniejszenie zbioru cech w tym przypadku nieco pogorszyło sytuację, co może oznaczać, że usunięte dane niosły jednak odrobinę istotnych informacji.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24F3E5-88BA-87C9-7C2A-7E323575C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92" y="1731372"/>
            <a:ext cx="4093508" cy="426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019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4BBB6-90F3-5921-7A5E-17E72A083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1E161A-F23D-3E26-29FE-969B0CB7C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wrap="square" anchor="ctr">
            <a:normAutofit fontScale="90000"/>
          </a:bodyPr>
          <a:lstStyle/>
          <a:p>
            <a:r>
              <a:rPr lang="pl-PL" dirty="0"/>
              <a:t>Analiza wyników dla </a:t>
            </a:r>
            <a:r>
              <a:rPr lang="pl-PL" dirty="0" err="1"/>
              <a:t>XGBoost</a:t>
            </a:r>
            <a:endParaRPr lang="pl-P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D91B0C-958A-2F30-1BAD-4AE48087F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9144000" cy="350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09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F56A4-9BB0-2047-7EE8-3A7B65131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3F70D1A-9C71-02EB-9886-9ACEF5343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Analiza wyników dla </a:t>
            </a:r>
            <a:r>
              <a:rPr lang="pl-PL" dirty="0" err="1"/>
              <a:t>XGBoost</a:t>
            </a:r>
            <a:endParaRPr lang="pl-PL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52BD81-FC22-0017-8F4D-95CD03C51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1417638"/>
            <a:ext cx="4464496" cy="5323730"/>
          </a:xfrm>
        </p:spPr>
        <p:txBody>
          <a:bodyPr/>
          <a:lstStyle/>
          <a:p>
            <a:pPr marL="0" indent="0" algn="just">
              <a:buNone/>
            </a:pPr>
            <a:r>
              <a:rPr lang="pl-PL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Kluczowe wnioski z ewaluacji:</a:t>
            </a:r>
          </a:p>
          <a:p>
            <a:pPr marL="0" indent="0" algn="just"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Ogólna wydajność: Model osiąga niską dokładność (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34-36%). Wynik ten sugeruje, że algorytm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boostingowy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jest bardzo wrażliwy na szum informacyjny i ma trudności z wypracowaniem stabilnej przewagi w tak zmiennym środowisku.</a:t>
            </a:r>
          </a:p>
          <a:p>
            <a:pPr marL="0" indent="0" algn="just"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V1 (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vs V2 (Smart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Paradoksalnie, redukcja cech (V2) pogorszyła wyniki - odnotowano spadek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z 0.36 na 0.34. Mechanizm "Smart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oparty na Mutual Information mógł usunąć subtelne, nieliniowe korelacje, które były kluczowe dla procesu decyzyjnego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klasy "0" (Neutralnej): W obu wersjach model drastycznie słabo radzi sobie z przewidywaniem braku ruchu. W wersji V2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dla klasy 0 spadł do zaledwie 0.17, co oznacza, że model niemal całkowicie przestał identyfikować momenty stagnacji na rynku, wymuszając decyzje tam, gdzie ich nie powinno być.</a:t>
            </a:r>
          </a:p>
          <a:p>
            <a:pPr marL="0" indent="0" algn="just"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Predykcja kierunkowa:</a:t>
            </a:r>
          </a:p>
          <a:p>
            <a:pPr marL="0" indent="0" algn="just"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Najlepiej radzi sobie z klasą 1 (wzrosty): Osiąga tu F1-score na poziomie 0.40-0.43. Choć jest to najmocniejszy punkt modelu, wciąż charakteryzuje się dużą niepewnością w porównaniu do klasycznych metod statystycznych.</a:t>
            </a:r>
          </a:p>
          <a:p>
            <a:pPr marL="0" indent="0" algn="just"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 macierzy pomyłek: Wyniki pokazują bardzo dużą liczbę błędów typu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Model wykazuje nadmierną agresywność, często generując sygnały kupna lub sprzedaży w momentach, gdy rynek faktycznie pozostaje w trendzie bocznym (klasa 0).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B6FCEA-E24B-7CAC-AC8E-28250CE078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908" b="2"/>
          <a:stretch>
            <a:fillRect/>
          </a:stretch>
        </p:blipFill>
        <p:spPr>
          <a:xfrm>
            <a:off x="4648200" y="1600204"/>
            <a:ext cx="4038600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632146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34E33-CCED-2E7F-5C5A-55E23C712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8750F5-3ABA-BFB3-9503-E1DF77312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wrap="square" anchor="ctr">
            <a:normAutofit fontScale="90000"/>
          </a:bodyPr>
          <a:lstStyle/>
          <a:p>
            <a:r>
              <a:rPr lang="pl-PL" dirty="0"/>
              <a:t>Analiza wyników dla </a:t>
            </a:r>
            <a:r>
              <a:rPr lang="pl-PL" dirty="0" err="1"/>
              <a:t>XGBoost</a:t>
            </a:r>
            <a:endParaRPr lang="pl-P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A4C1A7-8C89-086B-A80D-3DC75B9D8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2827"/>
            <a:ext cx="9144000" cy="365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05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B4A13-EB4A-AEBB-2F64-3E62E287D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BEF212-CCE6-021B-763F-C556FA63E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3" y="274638"/>
            <a:ext cx="5976664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Analiza wyników dla </a:t>
            </a:r>
            <a:r>
              <a:rPr lang="pl-PL" dirty="0" err="1"/>
              <a:t>RandomForest</a:t>
            </a:r>
            <a:endParaRPr lang="pl-PL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0618B0E-6550-4154-7718-ED4CD802B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1600204"/>
            <a:ext cx="4244280" cy="4525963"/>
          </a:xfrm>
        </p:spPr>
        <p:txBody>
          <a:bodyPr wrap="square" anchor="t">
            <a:no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pl-PL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Kluczowe wnioski z ewaluacji:</a:t>
            </a:r>
          </a:p>
          <a:p>
            <a:pPr marL="0" indent="0" algn="just">
              <a:lnSpc>
                <a:spcPct val="90000"/>
              </a:lnSpc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Ogólna wydajność: Model osiąga wyższą stabilność niż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utrzymując dokładność (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na poziomie 41-42%. Sugeruje to, że algorytm typu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Bagging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lepiej radzi sobie z redukcją szumu w tych danych.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V1 (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vs V2 (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Refined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Podobnie jak w poprzednim modelu, "Smart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(V2) nie przyniosło poprawy – dokładność spadła minimalnie z 0.42 do 0.41. Redukcja cech nie wyeliminowała głównego problemu modelu, jakim jest błąd systematyczny.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klasy "0" (Neutralnej): RF radzi sobie ze stanem neutralnym znacznie lepiej niż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dla klasy 0 wynosi 0.30 w obu wersjach, a Precision sięga 0.52, co czyni ten model bardziej wiarygodnym w rozpoznawaniu braku trendu.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pl-PL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Predykcja kierunkowa:</a:t>
            </a:r>
          </a:p>
          <a:p>
            <a:pPr marL="0" indent="0" algn="just">
              <a:lnSpc>
                <a:spcPct val="90000"/>
              </a:lnSpc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Dominacja predykcji wzrostów (1): Model wykazuje ekstremalnie wysoki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dla klasy 1 (0.82 - 0.86), co oznacza, że wychwytuje niemal wszystkie wzrosty na rynku. Odbywa się to jednak kosztem precyzji – model "widzi" wzrosty tam, gdzie ich nie ma.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pl-P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Całkowita ślepota na spadki (-1): Macierze pomyłek pokazują, że model prawie nie przewiduje spadków. </a:t>
            </a:r>
            <a:r>
              <a:rPr lang="pl-P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pl-P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dla klasy -1 wynosi zaledwie 0.03 - 0.05. Większość faktycznych spadków jest błędnie klasyfikowana jako wzrosty (aż 83-84 przypadki).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34E30-61C7-5BD0-C9E2-196C614AE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108647"/>
            <a:ext cx="4038600" cy="35090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0013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1A1C71-A3BD-2A7E-9F96-EB1FB932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Analiza uzyskanych wyników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645E087-A30C-7DE9-DE6A-11BDB6077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Kluczowe odkrycia eksperymentalne</a:t>
            </a:r>
          </a:p>
          <a:p>
            <a:pPr algn="just"/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Odporność na szum i selekcja cech: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Oba modele wykazują lepszą skuteczność na pełnym zestawie danych (V1). Redukcja zmiennych (V2) pogorszyła wyniki, co dowodzi, że algorytmy drzewiaste świetnie radzą sobie z samodzielną hierarchizacją ważności cech, a agresywne filtrowanie usuwa istotne relacje nieliniowe.</a:t>
            </a:r>
          </a:p>
          <a:p>
            <a:pPr algn="just"/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Pułapka </a:t>
            </a:r>
            <a:r>
              <a:rPr lang="pl-PL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charakterystyka modelu: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Wyższa celność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(41-42%) jest pochodną silnego trendu wzrostowego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Nvidii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RF stał się "optymistą", który trafia, bo rynek rósł, podczas gdy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(34-36%) realnie próbował mapować oba kierunki zmian. Widać to jasno po analizie wykresów Macierzy konfuzji: RF głównie przewiduje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wrozst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(prawa strona),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jest bardziej zróżnicowany w wyborach (nie występuje mocna dominacja klasy wzrostu)</a:t>
            </a:r>
          </a:p>
          <a:p>
            <a:pPr algn="just"/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Pewność predykcji (</a:t>
            </a:r>
            <a:r>
              <a:rPr lang="pl-PL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Confidence</a:t>
            </a: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</a:t>
            </a: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Istotną różnicą jest rozkład prawdopodobieństwa.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często generuje sygnały o wysokiej pewności co pozwala na lepszą selekcję transakcji.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oscyluje wokół granicy błędu (~40%), co sprawia, że jego sygnały są mniej zdecydowane i trudniejsze do wykorzystania w systemach typu High-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Conviction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31E9A-A535-BF21-D96A-4C65F1589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266" y="3933056"/>
            <a:ext cx="3505478" cy="237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599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A3F43-CE9B-1DC7-60C6-423262F9A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5B4FD6-11FF-8B9A-0487-F1B43F987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Analiza uzyskanych wyników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D228060-EA4D-DB12-AF97-D89615695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l-PL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C97947-F9F5-B41B-E174-6F92A61B1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307" y="1533840"/>
            <a:ext cx="6127158" cy="50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688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CDD8E-6C9A-312D-35DE-B5512952C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35E995-56CB-2DE4-99BA-398853E49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Analiza uzyskanych wyników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A07F76E-0AC4-4BFE-73EC-51407EF81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37A103-4163-88AC-4FB5-0169D7520709}"/>
              </a:ext>
            </a:extLst>
          </p:cNvPr>
          <p:cNvSpPr txBox="1"/>
          <p:nvPr/>
        </p:nvSpPr>
        <p:spPr>
          <a:xfrm>
            <a:off x="503548" y="1484784"/>
            <a:ext cx="81369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Wyniki </a:t>
            </a:r>
            <a:r>
              <a:rPr lang="pl-PL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Backtestu</a:t>
            </a: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Strategia Aktywna vs Rynek (NVDA)</a:t>
            </a:r>
          </a:p>
          <a:p>
            <a:pPr algn="just"/>
            <a:endParaRPr lang="pl-PL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Aktywne Zarządzanie Ryzykiem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generuje sygnały o wysokiej pewności (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Confidence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co skutkuje częstymi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rebalansami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portfela.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Algorytm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boostingowy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poprzez minimalizację błędów sekwencyjnych, tworzy bardziej spolaryzowane prawdopodobieństwa, co pozwala na skuteczną detekcję sygnałów sprzedaży (-1).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Efekt: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Schodkowa krzywa kapitału pokazuje zdolność modelu do "ucieczki w gotówkę", co redukuje maksymalne obsunięcie (Max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Drawdown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do -34.10%. </a:t>
            </a: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 niektórych krótkich okresach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potrafił przebić podstawową taktykę B&amp;H, natomiast również w podobnie krótkich okresach był na minus. Z pewnością jest to dobry sygnał  do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daleszej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analizy i rozwoju modelu.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Pasywne Śledzenie Trendu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 względu na mechanikę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baggingu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(uśrednianie drzew), model wykazuje niską pewność predykcji (Max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0.49, Średnia: 0.40).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Brak silnych przekonań sprawia, że model rzadziej kwestionuje trend wzrostowy, przez co czerwona krzywa kapitału niemal w 100% kopiuje ruchy rynkowe (Beta bliska 1).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Efekt: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Mimo wyższego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(42%), model oferuje gorszą ochronę kapitału, generując największe obsunięcie w zestawieniu (-36.88%).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9BE8B5-5FEF-B7B9-F3FC-B498E3104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246" y="1203584"/>
            <a:ext cx="1656182" cy="72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4145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EDA0DB-6476-C678-535A-74561EFC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Rekomendacja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D9E0467-C329-7B2B-3B58-6ADE3666B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58618"/>
          </a:xfrm>
        </p:spPr>
        <p:txBody>
          <a:bodyPr/>
          <a:lstStyle/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się udało?</a:t>
            </a: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Stworzenie rygorystycznego środowiska testowego: Zastosowałem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TimeSeriesSplit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 pozwoliło na rzetelną ocenę modeli w warunkach chronologicznych, eliminując ryzyko błędu "podglądania przyszłości".</a:t>
            </a: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Przewaga nad losem: Modele (szczególnie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uzyskały wyniki powyżej progu losowości (33% dla 3 klas), co przy ogromnym szumie informacyjnym spółki NVIDIA jest sukcesem technicznym.</a:t>
            </a: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Inteligentna optymalizacja: Samodzielnie przeprowadziłem proces automatycznego strojenia parametrów (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Optuna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co pozwoliło na uzyskanie modeli o wysokiej zdolności do generalizacji.</a:t>
            </a: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Własne pobranie danych i przygotowanie Wskaźników Technicznych - projekt z łatwością można odtworzyć dla dowolnej spółki!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Ograniczenia i wyzwania:</a:t>
            </a:r>
          </a:p>
          <a:p>
            <a:pPr marL="0" indent="0" algn="just">
              <a:buNone/>
            </a:pP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Niski poziom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dla spadków w RF: </a:t>
            </a: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uległ trendowi wzrostowemu (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Bias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co ogranicza jego przydatność w okresach bessy.</a:t>
            </a: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Ograniczenie analizy technicznej: </a:t>
            </a: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Modele opierały się wyłącznie na danych historycznych, co w krótkim terminie bywa niewystarczające do przewidzenia gwałtownych reakcji rynku – szczególnie na bardzo dynamicznej spółce, jaką jest NVDA.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Kierunek dalszych prac: "Finanse Emocjonalne"</a:t>
            </a: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Zgodnie z podejściem </a:t>
            </a: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Roberta </a:t>
            </a:r>
            <a:r>
              <a:rPr lang="pl-PL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Shillera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planuję rozszerzyć projekt o analizę czynników behawioralnych:</a:t>
            </a:r>
          </a:p>
          <a:p>
            <a:pPr algn="just"/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 Sentymentu (NLP): Integracja danych z stron z newsami – profesjonalni analitycy (aby wykluczyć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bias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z mediów społecznościowych, np. pompowanie bańki, trolle, fałszywe sygnały).</a:t>
            </a: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Weryfikacja Hipotezy </a:t>
            </a:r>
            <a:r>
              <a:rPr lang="pl-PL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Shillera</a:t>
            </a: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Sprawdzenie, czy w krótkim terminie to emocje inwestorów (sentyment) są silniejszym </a:t>
            </a:r>
            <a:r>
              <a:rPr lang="pl-PL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predyktorem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zmian cen niż wskaźniki techniczne.</a:t>
            </a:r>
          </a:p>
          <a:p>
            <a:pPr marL="0" indent="0" algn="just">
              <a:buNone/>
            </a:pPr>
            <a:r>
              <a:rPr lang="pl-PL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Hybrydowy model predykcyjny</a:t>
            </a:r>
            <a:r>
              <a:rPr lang="pl-P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Połączenie twardych danych technicznych z "miękkimi" danymi behawioralnymi, aby lepiej wyłapywać momenty rynkowej euforii i paniki (bańki spekulacyjne).</a:t>
            </a: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pl-PL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03049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Motyw pakietu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tyw pakietu Offic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tyw pakietu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tyw pakietu Offic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tyw pakietu Offic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tyw pakietu Offic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tyw pakietu Offic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tyw pakietu Offic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tyw pakietu Offic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tyw pakietu Offic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tyw pakietu Offic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tyw pakietu Offic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tyw pakietu Offic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tyw pakietu Offic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2211</TotalTime>
  <Words>3929</Words>
  <Application>Microsoft Office PowerPoint</Application>
  <PresentationFormat>On-screen Show (4:3)</PresentationFormat>
  <Paragraphs>318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Arial</vt:lpstr>
      <vt:lpstr>Calibri</vt:lpstr>
      <vt:lpstr>Roboto</vt:lpstr>
      <vt:lpstr>Motyw pakietu Office</vt:lpstr>
      <vt:lpstr>Raport z realizacji projektu</vt:lpstr>
      <vt:lpstr>Autorzy projektu</vt:lpstr>
      <vt:lpstr>Opis problemu</vt:lpstr>
      <vt:lpstr>EDA: Exploratory Data Analysis</vt:lpstr>
      <vt:lpstr>EDA: Exploratory Data Analysis</vt:lpstr>
      <vt:lpstr>EDA: Exploratory Data Analysis</vt:lpstr>
      <vt:lpstr>EDA: Exploratory Data Analysis</vt:lpstr>
      <vt:lpstr>EDA: Exploratory Data Analysis</vt:lpstr>
      <vt:lpstr>EDA: Exploratory Data Analysis</vt:lpstr>
      <vt:lpstr>EDA: Exploratory Data Analysis</vt:lpstr>
      <vt:lpstr>EDA: Exploratory Data Analysis</vt:lpstr>
      <vt:lpstr>EDA: Exploratory Data Analysis</vt:lpstr>
      <vt:lpstr>EDA: Exploratory Data Analysis</vt:lpstr>
      <vt:lpstr>EDA: Exploratory Data Analysis</vt:lpstr>
      <vt:lpstr>Ocena wyników</vt:lpstr>
      <vt:lpstr>Ocena wyników</vt:lpstr>
      <vt:lpstr>Ocena wyników</vt:lpstr>
      <vt:lpstr>Ocena wyników</vt:lpstr>
      <vt:lpstr>Opis zastosowanych metod</vt:lpstr>
      <vt:lpstr>Opis zastosowanych metod</vt:lpstr>
      <vt:lpstr>Eksperyment 1:</vt:lpstr>
      <vt:lpstr>Eksperyment 2:</vt:lpstr>
      <vt:lpstr>Eksperyment 3:</vt:lpstr>
      <vt:lpstr>Eksperyment 4:</vt:lpstr>
      <vt:lpstr>Analiza wyników dla XGBoost</vt:lpstr>
      <vt:lpstr>Analiza wyników dla RandomForest</vt:lpstr>
      <vt:lpstr>Analiza wyników dla XGBoost</vt:lpstr>
      <vt:lpstr>Analiza wyników dla XGBoost</vt:lpstr>
      <vt:lpstr>Analiza wyników dla XGBoost</vt:lpstr>
      <vt:lpstr>Analiza wyników dla RandomForest</vt:lpstr>
      <vt:lpstr>Analiza uzyskanych wyników</vt:lpstr>
      <vt:lpstr>Analiza uzyskanych wyników</vt:lpstr>
      <vt:lpstr>Analiza uzyskanych wyników</vt:lpstr>
      <vt:lpstr>Rekomendacja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Agata Filipowska</dc:creator>
  <cp:lastModifiedBy>Paweł Baczkowski</cp:lastModifiedBy>
  <cp:revision>62</cp:revision>
  <dcterms:created xsi:type="dcterms:W3CDTF">2025-09-30T18:51:24Z</dcterms:created>
  <dcterms:modified xsi:type="dcterms:W3CDTF">2026-02-04T19:43:09Z</dcterms:modified>
</cp:coreProperties>
</file>